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theme/source_theme1.xml" ContentType="application/vnd.openxmlformats-officedocument.theme+xml"/>
  <Override PartName="/ppt/slideMasters/source_slideMaster1.xml" ContentType="application/vnd.openxmlformats-officedocument.presentationml.slideMaster+xml"/>
  <Override PartName="/ppt/slideMasters/theme/source_theme2.xml" ContentType="application/vnd.openxmlformats-officedocument.theme+xml"/>
  <Override PartName="/ppt/slideLayouts/source_slideLayout1.xml" ContentType="application/vnd.openxmlformats-officedocument.presentationml.slideLayout+xml"/>
  <Override PartName="/ppt/slideLayouts/source_slideLayout2.xml" ContentType="application/vnd.openxmlformats-officedocument.presentationml.slideLayout+xml"/>
  <Override PartName="/ppt/slideLayouts/source_slideLayout3.xml" ContentType="application/vnd.openxmlformats-officedocument.presentationml.slideLayout+xml"/>
  <Override PartName="/ppt/slideLayouts/source_slideLayout4.xml" ContentType="application/vnd.openxmlformats-officedocument.presentationml.slideLayout+xml"/>
  <Override PartName="/ppt/slideLayouts/source_slideLayout5.xml" ContentType="application/vnd.openxmlformats-officedocument.presentationml.slideLayout+xml"/>
  <Override PartName="/ppt/slideLayouts/source_slideLayout6.xml" ContentType="application/vnd.openxmlformats-officedocument.presentationml.slideLayout+xml"/>
  <Override PartName="/ppt/notesMasters/source_notesMaster1.xml" ContentType="application/vnd.openxmlformats-officedocument.presentationml.notesMaster+xml"/>
  <Override PartName="/ppt/notesMasters/theme/source_theme3.xml" ContentType="application/vnd.openxmlformats-officedocument.theme+xml"/>
  <Override PartName="/ppt/source_presProps.xml" ContentType="application/vnd.openxmlformats-officedocument.presentationml.presProps+xml"/>
  <Override PartName="/ppt/source_tableStyles.xml" ContentType="application/vnd.openxmlformats-officedocument.presentationml.tableStyles+xml"/>
  <Override PartName="/ppt/slideLayouts/extra_slideLayout6.xml" ContentType="application/vnd.openxmlformats-officedocument.presentationml.slideLayout+xml"/>
  <Override PartName="/ppt/slideMasters/extra_slideMaster1.xml" ContentType="application/vnd.openxmlformats-officedocument.presentationml.slideMaster+xml"/>
  <Override PartName="/ppt/slideMasters/theme/extra_theme2.xml" ContentType="application/vnd.openxmlformats-officedocument.theme+xml"/>
  <Override PartName="/ppt/slideLayouts/extra_slideLayout1.xml" ContentType="application/vnd.openxmlformats-officedocument.presentationml.slideLayout+xml"/>
  <Override PartName="/ppt/slideLayouts/extra_slideLayout2.xml" ContentType="application/vnd.openxmlformats-officedocument.presentationml.slideLayout+xml"/>
  <Override PartName="/ppt/slideLayouts/extra_slideLayout3.xml" ContentType="application/vnd.openxmlformats-officedocument.presentationml.slideLayout+xml"/>
  <Override PartName="/ppt/slideLayouts/extra_slideLayout4.xml" ContentType="application/vnd.openxmlformats-officedocument.presentationml.slideLayout+xml"/>
  <Override PartName="/ppt/slideLayouts/extra_slideLayout5.xml" ContentType="application/vnd.openxmlformats-officedocument.presentationml.slideLayout+xml"/>
  <Override PartName="/ppt/notesSlides/extra_notesSlide16.xml" ContentType="application/vnd.openxmlformats-officedocument.presentationml.notesSlide+xml"/>
  <Override PartName="/ppt/notesMasters/extra_notesMaster1.xml" ContentType="application/vnd.openxmlformats-officedocument.presentationml.notesMaster+xml"/>
  <Override PartName="/ppt/notesMasters/theme/extra_theme3.xml" ContentType="application/vnd.openxmlformats-officedocument.theme+xml"/>
  <Override PartName="/ppt/notesSlides/extra_notesSlide17.xml" ContentType="application/vnd.openxmlformats-officedocument.presentationml.notesSlide+xml"/>
  <Override PartName="/ppt/notesSlides/source_notesSlide38.xml" ContentType="application/vnd.openxmlformats-officedocument.presentationml.notesSlide+xml"/>
  <Override PartName="/ppt/notesSlides/source_notesSlide39.xml" ContentType="application/vnd.openxmlformats-officedocument.presentationml.notesSlide+xml"/>
  <Override PartName="/ppt/notesSlides/source_notesSlide40.xml" ContentType="application/vnd.openxmlformats-officedocument.presentationml.notesSlide+xml"/>
  <Override PartName="/ppt/notesSlides/source_notesSlide41.xml" ContentType="application/vnd.openxmlformats-officedocument.presentationml.notesSlide+xml"/>
  <Override PartName="/ppt/notesSlides/source_notesSlide42.xml" ContentType="application/vnd.openxmlformats-officedocument.presentationml.notesSlide+xml"/>
  <Override PartName="/ppt/notesSlides/source_notesSlide43.xml" ContentType="application/vnd.openxmlformats-officedocument.presentationml.notesSlide+xml"/>
  <Override PartName="/ppt/notesSlides/source_notesSlide44.xml" ContentType="application/vnd.openxmlformats-officedocument.presentationml.notesSlide+xml"/>
  <Override PartName="/ppt/notesSlides/extra_notesSlide18.xml" ContentType="application/vnd.openxmlformats-officedocument.presentationml.notesSlide+xml"/>
  <Override PartName="/docProps/source_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docProps/source_core.xml" Id="R5b3c5ac7032f4f82"/><Relationship Type="http://schemas.openxmlformats.org/officeDocument/2006/relationships/extended-properties" Target="docProps/source_app.xml" Id="Rb1b1fc5132834f1f"/><Relationship Type="http://schemas.openxmlformats.org/officeDocument/2006/relationships/officeDocument" Target="ppt/presentation.xml" Id="Re43eb32cc6894ac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2f63f21cf4c05"/>
    <p:sldMasterId xmlns:r="http://schemas.openxmlformats.org/officeDocument/2006/relationships" id="2147483649" r:id="rId11"/>
  </p:sldMasterIdLst>
  <p:notesMasterIdLst>
    <p:notesMasterId xmlns:r="http://schemas.openxmlformats.org/officeDocument/2006/relationships" r:id="R5de2ceb46f584637"/>
    <p:notesMasterId xmlns:r="http://schemas.openxmlformats.org/officeDocument/2006/relationships" r:id="rId12"/>
  </p:notesMasterIdLst>
  <p:sldIdLst>
    <p:sldId xmlns:ns0="http://schemas.openxmlformats.org/officeDocument/2006/relationships" id="256" ns0:id="rId1"/>
    <p:sldId xmlns:ns1="http://schemas.openxmlformats.org/officeDocument/2006/relationships" id="257" ns1:id="rId2"/>
    <p:sldId xmlns:ns2="http://schemas.openxmlformats.org/officeDocument/2006/relationships" id="258" ns2:id="rId3"/>
    <p:sldId xmlns:ns3="http://schemas.openxmlformats.org/officeDocument/2006/relationships" id="259" ns3:id="rId4"/>
    <p:sldId xmlns:ns4="http://schemas.openxmlformats.org/officeDocument/2006/relationships" id="260" ns4:id="rId5"/>
    <p:sldId xmlns:ns5="http://schemas.openxmlformats.org/officeDocument/2006/relationships" id="261" ns5:id="rId6"/>
    <p:sldId xmlns:ns6="http://schemas.openxmlformats.org/officeDocument/2006/relationships" id="262" ns6:id="rId7"/>
    <p:sldId xmlns:ns7="http://schemas.openxmlformats.org/officeDocument/2006/relationships" id="263" ns7:id="rId8"/>
    <p:sldId xmlns:ns8="http://schemas.openxmlformats.org/officeDocument/2006/relationships" id="264" ns8:id="rId9"/>
    <p:sldId xmlns:ns9="http://schemas.openxmlformats.org/officeDocument/2006/relationships" id="265" ns9:id="rId10"/>
  </p:sldIdLst>
  <p:sldSz cx="15240000" cy="8572500"/>
  <p:notesSz cx="6858000" cy="9144000"/>
</p:presentation>
</file>

<file path=ppt/source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_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theme/source_theme1.xml" Id="R45b96b3d753b4a86"/><Relationship Type="http://schemas.openxmlformats.org/officeDocument/2006/relationships/slideMaster" Target="slideMasters/source_slideMaster1.xml" Id="Rf112f63f21cf4c05"/><Relationship Type="http://schemas.openxmlformats.org/officeDocument/2006/relationships/notesMaster" Target="notesMasters/source_notesMaster1.xml" Id="R5de2ceb46f584637"/><Relationship Type="http://schemas.openxmlformats.org/officeDocument/2006/relationships/presProps" Target="source_presProps.xml" Id="Rdaa320f98332448e"/><Relationship Type="http://schemas.openxmlformats.org/officeDocument/2006/relationships/tableStyles" Target="source_tableStyles.xml" Id="R02321799aef248d6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extra_slideMaster1.xml"/><Relationship Id="rId12" Type="http://schemas.openxmlformats.org/officeDocument/2006/relationships/notesMaster" Target="notesMasters/extra_notesMaster1.xml"/></Relationships>
</file>

<file path=ppt/notesMasters/_rels/extra_notesMaster1.xml.rels><?xml version='1.0' encoding='UTF-8' standalone='yes'?>
<Relationships xmlns="http://schemas.openxmlformats.org/package/2006/relationships"><Relationship Type="http://schemas.openxmlformats.org/officeDocument/2006/relationships/theme" Target="theme/extra_theme3.xml" Id="R201cf8d9ed664539"/></Relationships>
</file>

<file path=ppt/notesMasters/_rels/source_notesMaster1.xml.rels><?xml version='1.0' encoding='UTF-8' standalone='yes'?>
<Relationships xmlns="http://schemas.openxmlformats.org/package/2006/relationships"><Relationship Type="http://schemas.openxmlformats.org/officeDocument/2006/relationships/theme" Target="theme/source_theme3.xml" Id="R7f8d146e9f2b48fd"/></Relationships>
</file>

<file path=ppt/notesMasters/extra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source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extra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ource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extra_notesSlide16.xml.rels><?xml version='1.0' encoding='UTF-8' standalone='yes'?>
<Relationships xmlns="http://schemas.openxmlformats.org/package/2006/relationships"><Relationship Type="http://schemas.openxmlformats.org/officeDocument/2006/relationships/slide" Target="../slides/slide1.xml" Id="R1be5bfe8f1f5419e"/><Relationship Type="http://schemas.openxmlformats.org/officeDocument/2006/relationships/notesMaster" Target="../notesMasters/extra_notesMaster1.xml" Id="R1f80c862044044c4"/></Relationships>
</file>

<file path=ppt/notesSlides/_rels/extra_notesSlide17.xml.rels><?xml version='1.0' encoding='UTF-8' standalone='yes'?>
<Relationships xmlns="http://schemas.openxmlformats.org/package/2006/relationships"><Relationship Type="http://schemas.openxmlformats.org/officeDocument/2006/relationships/slide" Target="../slides/slide2.xml" Id="R547e32e261db4f74"/><Relationship Type="http://schemas.openxmlformats.org/officeDocument/2006/relationships/notesMaster" Target="../notesMasters/extra_notesMaster1.xml" Id="Re4ddf7fc6d304634"/></Relationships>
</file>

<file path=ppt/notesSlides/_rels/extra_notesSlide18.xml.rels><?xml version='1.0' encoding='UTF-8' standalone='yes'?>
<Relationships xmlns="http://schemas.openxmlformats.org/package/2006/relationships"><Relationship Type="http://schemas.openxmlformats.org/officeDocument/2006/relationships/slide" Target="../slides/slide10.xml" Id="R983c6c6d7ea843ec"/><Relationship Type="http://schemas.openxmlformats.org/officeDocument/2006/relationships/notesMaster" Target="../notesMasters/extra_notesMaster1.xml" Id="R9782c44d8d374a81"/></Relationships>
</file>

<file path=ppt/notesSlides/_rels/source_notesSlide38.xml.rels><?xml version='1.0' encoding='UTF-8' standalone='yes'?>
<Relationships xmlns="http://schemas.openxmlformats.org/package/2006/relationships"><Relationship Type="http://schemas.openxmlformats.org/officeDocument/2006/relationships/slide" Target="../slides/slide3.xml" Id="Rbf06a01ca7bf445d"/><Relationship Type="http://schemas.openxmlformats.org/officeDocument/2006/relationships/notesMaster" Target="../notesMasters/source_notesMaster1.xml" Id="R697b061432ba4230"/></Relationships>
</file>

<file path=ppt/notesSlides/_rels/source_notesSlide39.xml.rels><?xml version='1.0' encoding='UTF-8' standalone='yes'?>
<Relationships xmlns="http://schemas.openxmlformats.org/package/2006/relationships"><Relationship Type="http://schemas.openxmlformats.org/officeDocument/2006/relationships/slide" Target="../slides/slide4.xml" Id="R69bf5cb6f2f14f4f"/><Relationship Type="http://schemas.openxmlformats.org/officeDocument/2006/relationships/notesMaster" Target="../notesMasters/source_notesMaster1.xml" Id="R0751932360e94207"/></Relationships>
</file>

<file path=ppt/notesSlides/_rels/source_notesSlide40.xml.rels><?xml version='1.0' encoding='UTF-8' standalone='yes'?>
<Relationships xmlns="http://schemas.openxmlformats.org/package/2006/relationships"><Relationship Type="http://schemas.openxmlformats.org/officeDocument/2006/relationships/slide" Target="../slides/slide5.xml" Id="R7ce67f89dd2a4be9"/><Relationship Type="http://schemas.openxmlformats.org/officeDocument/2006/relationships/notesMaster" Target="../notesMasters/source_notesMaster1.xml" Id="R4e08788465264913"/></Relationships>
</file>

<file path=ppt/notesSlides/_rels/source_notesSlide41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c4c4cc85fc6f495b"/><Relationship Type="http://schemas.openxmlformats.org/officeDocument/2006/relationships/notesMaster" Target="../notesMasters/source_notesMaster1.xml" Id="R44fd7eb75515484d"/></Relationships>
</file>

<file path=ppt/notesSlides/_rels/source_notesSlide42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cc9d39ccffeb410f"/><Relationship Type="http://schemas.openxmlformats.org/officeDocument/2006/relationships/notesMaster" Target="../notesMasters/source_notesMaster1.xml" Id="R9a8cdebc53a342f3"/></Relationships>
</file>

<file path=ppt/notesSlides/_rels/source_notesSlide43.xml.rels><?xml version='1.0' encoding='UTF-8' standalone='yes'?>
<Relationships xmlns="http://schemas.openxmlformats.org/package/2006/relationships"><Relationship Type="http://schemas.openxmlformats.org/officeDocument/2006/relationships/slide" Target="../slides/slide8.xml" Id="Ref7fddc9f7af4820"/><Relationship Type="http://schemas.openxmlformats.org/officeDocument/2006/relationships/notesMaster" Target="../notesMasters/source_notesMaster1.xml" Id="R3c9a64fa6fbe4d90"/></Relationships>
</file>

<file path=ppt/notesSlides/_rels/source_notesSlide44.xml.rels><?xml version='1.0' encoding='UTF-8' standalone='yes'?>
<Relationships xmlns="http://schemas.openxmlformats.org/package/2006/relationships"><Relationship Type="http://schemas.openxmlformats.org/officeDocument/2006/relationships/slide" Target="../slides/slide9.xml" Id="R3fdb5df3a27f4e2b"/><Relationship Type="http://schemas.openxmlformats.org/officeDocument/2006/relationships/notesMaster" Target="../notesMasters/source_notesMaster1.xml" Id="R68f162aef8364f8f"/></Relationships>
</file>

<file path=ppt/notesSlides/extra_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"data/06-assistant.json",</a:t>
            </a:r>
          </a:p>
          <a:p xmlns:a="http://schemas.openxmlformats.org/drawingml/2006/main">
            <a:r>
              <a:t>  "scope": "PLC HTTP 조회와 결정적 Fake 답변을 사용하는 로컬 읽기 전용 실습. History, Gateway, DataCatalog, OEE는 Mock 구성이다.",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"Assistant Host와 Python 서비스가 실행 중이어야 합니다.",</a:t>
            </a:r>
          </a:p>
          <a:p xmlns:a="http://schemas.openxmlformats.org/drawingml/2006/main">
            <a:r>
              <a:t>    "실행 터미널의 일회성 Client key를 준비합니다. 매뉴얼이나 내보내기에 키를 적지 않습니다.",</a:t>
            </a:r>
          </a:p>
          <a:p xmlns:a="http://schemas.openxmlformats.org/drawingml/2006/main">
            <a:r>
              <a:t>    "PLC 상태 실습은 PLC Simulation :5180 실행과 machine-03의 매핑이 필요합니다."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"sourceCapturePreserved": true,</a:t>
            </a:r>
          </a:p>
          <a:p xmlns:a="http://schemas.openxmlformats.org/drawingml/2006/main">
            <a:r>
              <a:t>  "edition": "2026-10-25"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"data/06-assistant.json",</a:t>
            </a:r>
          </a:p>
          <a:p xmlns:a="http://schemas.openxmlformats.org/drawingml/2006/main">
            <a:r>
              <a:t>  "scope": "PLC HTTP 조회와 결정적 Fake 답변을 사용하는 로컬 읽기 전용 실습. History, Gateway, DataCatalog, OEE는 Mock 구성이다.",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"Assistant Host와 Python 서비스가 실행 중이어야 합니다.",</a:t>
            </a:r>
          </a:p>
          <a:p xmlns:a="http://schemas.openxmlformats.org/drawingml/2006/main">
            <a:r>
              <a:t>    "실행 터미널의 일회성 Client key를 준비합니다. 매뉴얼이나 내보내기에 키를 적지 않습니다.",</a:t>
            </a:r>
          </a:p>
          <a:p xmlns:a="http://schemas.openxmlformats.org/drawingml/2006/main">
            <a:r>
              <a:t>    "PLC 상태 실습은 PLC Simulation :5180 실행과 machine-03의 매핑이 필요합니다."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"url": "http://127.0.0.1:5187/chat-test/"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"data/06-assistant.json",</a:t>
            </a:r>
          </a:p>
          <a:p xmlns:a="http://schemas.openxmlformats.org/drawingml/2006/main">
            <a:r>
              <a:t>  "scope": "PLC HTTP 조회와 결정적 Fake 답변을 사용하는 로컬 읽기 전용 실습. History, Gateway, DataCatalog, OEE는 Mock 구성이다.",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"industrial-ai-assistant/src/server/IndustrialAIAssistant.Host/ChatTest/index.html",</a:t>
            </a:r>
          </a:p>
          <a:p xmlns:a="http://schemas.openxmlformats.org/drawingml/2006/main">
            <a:r>
              <a:t>    "industrial-ai-assistant/src/server/IndustrialAIAssistant.Host/ChatTest/chat.js",</a:t>
            </a:r>
          </a:p>
          <a:p xmlns:a="http://schemas.openxmlformats.org/drawingml/2006/main">
            <a:r>
              <a:t>    "industrial-ai-assistant/scripts/chat-test-host.py"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"iconLicense": "assets/design/LICENSE-Lucide.txt",</a:t>
            </a:r>
          </a:p>
          <a:p xmlns:a="http://schemas.openxmlformats.org/drawingml/2006/main">
            <a:r>
              <a:t>  "onlineGuide": "https://dubukimch.github.io/manual-assistant.html",</a:t>
            </a:r>
          </a:p>
          <a:p xmlns:a="http://schemas.openxmlformats.org/drawingml/2006/main">
            <a:r>
              <a:t>  "onlineStatus": "Publication is verified separately"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"assistant-connect",</a:t>
            </a:r>
          </a:p>
          <a:p xmlns:a="http://schemas.openxmlformats.org/drawingml/2006/main">
            <a:r>
              <a:t>  "title": "접속과 조회 범위 확인",</a:t>
            </a:r>
          </a:p>
          <a:p xmlns:a="http://schemas.openxmlformats.org/drawingml/2006/main">
            <a:r>
              <a:t>  "goal": "선택한 역할과 자산, 실제 소스 구성을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"채팅 주소를 열고 Client key에 실행 터미널의 키를 입력합니다.",</a:t>
            </a:r>
          </a:p>
          <a:p xmlns:a="http://schemas.openxmlformats.org/drawingml/2006/main">
            <a:r>
              <a:t>    "비서 역할을 통합 비서, 논리 자산 ID를 machine-03으로 둡니다.",</a:t>
            </a:r>
          </a:p>
          <a:p xmlns:a="http://schemas.openxmlformats.org/drawingml/2006/main">
            <a:r>
              <a:t>    "소스 설정에서 current: PLC_Simulation, twin: TwinForge를 확인합니다.",</a:t>
            </a:r>
          </a:p>
          <a:p xmlns:a="http://schemas.openxmlformats.org/drawingml/2006/main">
            <a:r>
              <a:t>    "Host 확인을 누르고 HTTP 응답을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"Host 응답 시각과 HTTP 코드가 표시됩니다. 소스 설정은 개별 조회 성공과 별개입니다.",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"401이면 현재 실행의 Client key를 다시 확인합니다.",</a:t>
            </a:r>
          </a:p>
          <a:p xmlns:a="http://schemas.openxmlformats.org/drawingml/2006/main">
            <a:r>
              <a:t>    "Host 응답이 없으면 로컬 서비스를 실행한 뒤 페이지를 다시 엽니다."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"assets/screenshots/assistant-connect.jpg",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"2026-10-23T17:14:15.190Z",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"Client key 마스킹 상태. Host 확인과 PLC_Simulation/TwinForge 실제 소스 설정, 나머지 Mock 확인.",</a:t>
            </a:r>
          </a:p>
          <a:p xmlns:a="http://schemas.openxmlformats.org/drawingml/2006/main">
            <a:r>
              <a:t>    "sha256": "a3b9155c70e5e06e84363203ba3d594e9afa1d0c859037a125f8d78e514c1437"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"assistant-question",</a:t>
            </a:r>
          </a:p>
          <a:p xmlns:a="http://schemas.openxmlformats.org/drawingml/2006/main">
            <a:r>
              <a:t>  "title": "예시 질문과 입력",</a:t>
            </a:r>
          </a:p>
          <a:p xmlns:a="http://schemas.openxmlformats.org/drawingml/2006/main">
            <a:r>
              <a:t>  "goal": "질문을 선택하고 전송 전에 내용을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"현재 선택한 설비 상태 어때? 예시 버튼을 누릅니다.",</a:t>
            </a:r>
          </a:p>
          <a:p xmlns:a="http://schemas.openxmlformats.org/drawingml/2006/main">
            <a:r>
              <a:t>    "입력창의 질문과 글자 수를 확인합니다.",</a:t>
            </a:r>
          </a:p>
          <a:p xmlns:a="http://schemas.openxmlformats.org/drawingml/2006/main">
            <a:r>
              <a:t>    "줄바꿈은 Shift+Enter, 전송은 Enter 또는 보내기를 사용합니다."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"예시 질문이 입력되고 글자 수가 함께 갱신됩니다. 최대 입력은 2,000자입니다.",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"한글 조합 중 Enter는 조합을 먼저 마칩니다.",</a:t>
            </a:r>
          </a:p>
          <a:p xmlns:a="http://schemas.openxmlformats.org/drawingml/2006/main">
            <a:r>
              <a:t>    "설비 제어 요청을 이 실습의 조회 기능으로 실행하지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"assets/screenshots/assistant-question.jpg",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"2026-10-23T17:14:15.556Z",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"예시 질문으로 현재 선택한 설비 상태 질문을 입력; 2000자 제한 안내.",</a:t>
            </a:r>
          </a:p>
          <a:p xmlns:a="http://schemas.openxmlformats.org/drawingml/2006/main">
            <a:r>
              <a:t>    "sha256": "334c072c70b5237444e34734a41024adbc773ac0e6f74e991fdfc4648154238d"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"assistant-answer",</a:t>
            </a:r>
          </a:p>
          <a:p xmlns:a="http://schemas.openxmlformats.org/drawingml/2006/main">
            <a:r>
              <a:t>  "title": "PLC 상태 조회",</a:t>
            </a:r>
          </a:p>
          <a:p xmlns:a="http://schemas.openxmlformats.org/drawingml/2006/main">
            <a:r>
              <a:t>  "goal": "선택한 설비의 현재 상태를 실제 PLC HTTP 소스에서 읽습니다.",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"PLC Simulation이 실행 중인지 확인합니다.",</a:t>
            </a:r>
          </a:p>
          <a:p xmlns:a="http://schemas.openxmlformats.org/drawingml/2006/main">
            <a:r>
              <a:t>    "현재 상태 질문을 보내기를 눌러 전송합니다.",</a:t>
            </a:r>
          </a:p>
          <a:p xmlns:a="http://schemas.openxmlformats.org/drawingml/2006/main">
            <a:r>
              <a:t>    "답변 대기 중에는 역할, 자산, 키 변경을 기다립니다.",</a:t>
            </a:r>
          </a:p>
          <a:p xmlns:a="http://schemas.openxmlformats.org/drawingml/2006/main">
            <a:r>
              <a:t>    "응답 완료와 답변 내용을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"상태 답변 또는 구체적인 조회 오류가 표시됩니다. 이 판의 답변 생성 방식은 Fake입니다.",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"SOURCE_UNAVAILABLE이면 PLC 서비스와 주소를 확인합니다.",</a:t>
            </a:r>
          </a:p>
          <a:p xmlns:a="http://schemas.openxmlformats.org/drawingml/2006/main">
            <a:r>
              <a:t>    "ASSET_NOT_MAPPED이면 선택 자산과 선언된 소스 매핑을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"assets/screenshots/assistant-answer.jpg",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"2026-10-23T17:14:28.195Z",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"질문 응답 성공. 실제 PLC 스냅샷과 별도 생성 방식 구분.",</a:t>
            </a:r>
          </a:p>
          <a:p xmlns:a="http://schemas.openxmlformats.org/drawingml/2006/main">
            <a:r>
              <a:t>    "sha256": "7783cac47e0d0cb74fab79189f95a4792796a0dc1c61c06ddcbfe7531bf5bd55"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"assistant-evidence",</a:t>
            </a:r>
          </a:p>
          <a:p xmlns:a="http://schemas.openxmlformats.org/drawingml/2006/main">
            <a:r>
              <a:t>  "title": "출처와 품질 확인",</a:t>
            </a:r>
          </a:p>
          <a:p xmlns:a="http://schemas.openxmlformats.org/drawingml/2006/main">
            <a:r>
              <a:t>  "goal": "답변의 근거와 생성 방식을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"답변 아래 출처 · 품질 · 생성 방식 확인을 펼칩니다.",</a:t>
            </a:r>
          </a:p>
          <a:p xmlns:a="http://schemas.openxmlformats.org/drawingml/2006/main">
            <a:r>
              <a:t>    "생성 방식, 인용 여부, 소스 소유자와 원본 시각을 읽습니다.",</a:t>
            </a:r>
          </a:p>
          <a:p xmlns:a="http://schemas.openxmlformats.org/drawingml/2006/main">
            <a:r>
              <a:t>    "Good 품질과 최신 시각을 함께 확인합니다. Unknown이나 오류는 확인되지 않은 상태로 해석합니다."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"PLC_Simulation 출처, 원본 시각, 품질과 Fake 생성 표시를 확인할 수 있습니다.",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"오래된 Good 값은 현재 값으로 단정하지 않습니다.",</a:t>
            </a:r>
          </a:p>
          <a:p xmlns:a="http://schemas.openxmlformats.org/drawingml/2006/main">
            <a:r>
              <a:t>    "근거 None 또는 Unavailable이면 답변을 현재 설비 사실로 사용하지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"assets/screenshots/assistant-evidence.jpg",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"2026-10-23T17:14:42.113Z",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"근거 펼침: PLC_Simulation, Good, 원본 시각과 생성 방식Fake 확인.",</a:t>
            </a:r>
          </a:p>
          <a:p xmlns:a="http://schemas.openxmlformats.org/drawingml/2006/main">
            <a:r>
              <a:t>    "sha256": "9bda923d65d7cd6efccea9066766c451daf580b7a336f3fe954d1347e621efd3"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"assistant-copy",</a:t>
            </a:r>
          </a:p>
          <a:p xmlns:a="http://schemas.openxmlformats.org/drawingml/2006/main">
            <a:r>
              <a:t>  "title": "답변과 근거 복사",</a:t>
            </a:r>
          </a:p>
          <a:p xmlns:a="http://schemas.openxmlformats.org/drawingml/2006/main">
            <a:r>
              <a:t>  "goal": "근거를 포함한 답변을 복사합니다.",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"확인한 답변의 답변 복사 버튼을 누릅니다.",</a:t>
            </a:r>
          </a:p>
          <a:p xmlns:a="http://schemas.openxmlformats.org/drawingml/2006/main">
            <a:r>
              <a:t>    "버튼이 복사됨으로 바뀌는지 확인합니다.",</a:t>
            </a:r>
          </a:p>
          <a:p xmlns:a="http://schemas.openxmlformats.org/drawingml/2006/main">
            <a:r>
              <a:t>    "필요한 문서에 붙여 넣고 소스와 관측 시각을 함께 보존합니다."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"답변 본문과 근거 메타데이터가 함께 복사됩니다. Client key는 포함하지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"복사 실패가 표시되면 브라우저의 클립보드 접근 상태를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"assets/screenshots/assistant-copy.jpg",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"2026-10-23T17:14:42.493Z",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"복사 완료 표시, 클립보드 PLC_Simulation 근거 포함 확인.",</a:t>
            </a:r>
          </a:p>
          <a:p xmlns:a="http://schemas.openxmlformats.org/drawingml/2006/main">
            <a:r>
              <a:t>    "sha256": "56d90b81e7dba75b60b744defcbb2344808c25c5c33e0d5e3e92abfb87dd2b90"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"assistant-export",</a:t>
            </a:r>
          </a:p>
          <a:p xmlns:a="http://schemas.openxmlformats.org/drawingml/2006/main">
            <a:r>
              <a:t>  "title": "대화 기록 내보내기",</a:t>
            </a:r>
          </a:p>
          <a:p xmlns:a="http://schemas.openxmlformats.org/drawingml/2006/main">
            <a:r>
              <a:t>  "goal": "현재 대화를 Markdown 파일로 저장합니다.",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"질문과 답변이 있는 대화에서 대화 내보내기를 누릅니다.",</a:t>
            </a:r>
          </a:p>
          <a:p xmlns:a="http://schemas.openxmlformats.org/drawingml/2006/main">
            <a:r>
              <a:t>    "다운로드된 industrial-assistant-날짜.md 파일을 엽니다.",</a:t>
            </a:r>
          </a:p>
          <a:p xmlns:a="http://schemas.openxmlformats.org/drawingml/2006/main">
            <a:r>
              <a:t>    "질문, 답변, UTC 시각과 근거를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"최대 100개 메시지의 Markdown 기록을 저장합니다. 키와 내부 세션 인증 정보는 제외합니다.",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"빈 대화에서는 내보내기 버튼이 비활성입니다.",</a:t>
            </a:r>
          </a:p>
          <a:p xmlns:a="http://schemas.openxmlformats.org/drawingml/2006/main">
            <a:r>
              <a:t>    "다운로드가 차단되면 이 로컬 페이지의 다운로드 알림을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"assets/screenshots/assistant-export.jpg",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"2026-10-23T17:14:53.455Z",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"Markdown 다운로드 파일 확인, PLC 출처 포함 및 client key 미포함 검증.",</a:t>
            </a:r>
          </a:p>
          <a:p xmlns:a="http://schemas.openxmlformats.org/drawingml/2006/main">
            <a:r>
              <a:t>    "sha256": "4a8ea6dcd6b292a7fa11ab8cfd390b728f595428946f7a3b03f06d58973f1c5a"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"assistant-reset",</a:t>
            </a:r>
          </a:p>
          <a:p xmlns:a="http://schemas.openxmlformats.org/drawingml/2006/main">
            <a:r>
              <a:t>  "title": "새 대화 시작",</a:t>
            </a:r>
          </a:p>
          <a:p xmlns:a="http://schemas.openxmlformats.org/drawingml/2006/main">
            <a:r>
              <a:t>  "goal": "이전 대화 맥락을 끊고 새 조회를 시작합니다.",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"보관할 대화가 있으면 먼저 내보냅니다.",</a:t>
            </a:r>
          </a:p>
          <a:p xmlns:a="http://schemas.openxmlformats.org/drawingml/2006/main">
            <a:r>
              <a:t>    "새 대화 +를 누릅니다.",</a:t>
            </a:r>
          </a:p>
          <a:p xmlns:a="http://schemas.openxmlformats.org/drawingml/2006/main">
            <a:r>
              <a:t>    "대화 목록이 비고 내보내기 버튼이 비활성인지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"새 대화를 시작했습니다가 표시됩니다. 역할이나 자산을 바꿀 때도 새 대화를 시작합니다.",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"서버 대화는 세션, 역할, 자산별로 구분하며 메모리에서 15분 유지합니다.",</a:t>
            </a:r>
          </a:p>
          <a:p xmlns:a="http://schemas.openxmlformats.org/drawingml/2006/main">
            <a:r>
              <a:t>    "이 기능은 영구 대화 기록 삭제나 감사 원장 삭제 기능이 아닙니다."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"assets/screenshots/assistant-reset.jpg",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"2026-10-23T17:14:53.821Z",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"새 대화 실행 후 대화 목록 비움, 내보내기 비활성 확인.",</a:t>
            </a:r>
          </a:p>
          <a:p xmlns:a="http://schemas.openxmlformats.org/drawingml/2006/main">
            <a:r>
              <a:t>    "sha256": "fdaa4f257a1043a56d29d30687067409a46171f2eb2b8c750d309c8008e6ee47"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extra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8597da05fcbe40d5"/></Relationships>
</file>

<file path=ppt/slideLayouts/_rels/extra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622615551f7d4ad3"/></Relationships>
</file>

<file path=ppt/slideLayouts/_rels/extra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36f5bdc1e8354599"/></Relationships>
</file>

<file path=ppt/slideLayouts/_rels/extra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9eb685b6598e488d"/></Relationships>
</file>

<file path=ppt/slideLayouts/_rels/extra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7b0b1f3d91ad4faf"/></Relationships>
</file>

<file path=ppt/slideLayouts/_rels/extra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f0236b72adda4e4d"/></Relationships>
</file>

<file path=ppt/slideLayouts/_rels/source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dd81561033664dc2"/></Relationships>
</file>

<file path=ppt/slideLayouts/_rels/source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8b28ce4dfbcb42be"/></Relationships>
</file>

<file path=ppt/slideLayouts/_rels/source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1e39505d70294388"/></Relationships>
</file>

<file path=ppt/slideLayouts/_rels/source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914b5cb7d9b84efe"/></Relationships>
</file>

<file path=ppt/slideLayouts/_rels/source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029b820b72fa4fe8"/></Relationships>
</file>

<file path=ppt/slideLayouts/_rels/source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548e995d96bb48da"/></Relationships>
</file>

<file path=ppt/slideLayouts/extra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C54B2C-EB82-499B-8F64-A7DAE4527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E322B7-1C60-4520-8AD1-928E137B61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09A28C-B864-42CD-93D5-6A8E4549E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9A049A-06BD-454D-A05D-0B350ED74D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10D38F-A088-456B-9E89-45D1BC3A4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00C237-0F70-4BA4-A4D1-3CDBB429D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744292-5663-4A84-93DC-E08B638EA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F99EF9-7589-4986-B1C0-F1F6AB2A4B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320F75-4F4C-4C1D-BFB8-D20A5D776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377069-356E-49D5-BB4B-E93CF6DCC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ource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2C18D0-0BE1-4D3B-9495-6D2A8C6FF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D51148-77CC-4350-8C36-23DCDFB4B1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DA3227-AD06-4DAE-BD1E-F5857D90D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458B2-C825-462D-9520-1C5109FF0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D1FA52-AADA-4A86-8347-4E921105B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903506-F4C1-4043-B81B-3A28BCC4F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6C72FD-7001-4E24-8CD2-D409767C36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BFF9CB-F1DA-4659-9ECB-EDBC8D1A9F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EF09AA-EF2A-4479-ACC4-2B1E435D4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36849E-F7FD-460C-9A28-AB2811873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extra_slideMaster1.xml.rels><?xml version='1.0' encoding='UTF-8' standalone='yes'?>
<Relationships xmlns="http://schemas.openxmlformats.org/package/2006/relationships"><Relationship Type="http://schemas.openxmlformats.org/officeDocument/2006/relationships/theme" Target="theme/extra_theme2.xml" Id="R9603d00798a746d0"/><Relationship Type="http://schemas.openxmlformats.org/officeDocument/2006/relationships/slideLayout" Target="../slideLayouts/extra_slideLayout1.xml" Id="R47a2295409694b9b"/><Relationship Type="http://schemas.openxmlformats.org/officeDocument/2006/relationships/slideLayout" Target="../slideLayouts/extra_slideLayout2.xml" Id="R87b2ee8d1b984a2a"/><Relationship Type="http://schemas.openxmlformats.org/officeDocument/2006/relationships/slideLayout" Target="../slideLayouts/extra_slideLayout3.xml" Id="Rcf0530b1b8ac4de5"/><Relationship Type="http://schemas.openxmlformats.org/officeDocument/2006/relationships/slideLayout" Target="../slideLayouts/extra_slideLayout4.xml" Id="R8bbb8f591e9d4ba9"/><Relationship Type="http://schemas.openxmlformats.org/officeDocument/2006/relationships/slideLayout" Target="../slideLayouts/extra_slideLayout5.xml" Id="R04d33da6d57f497b"/><Relationship Type="http://schemas.openxmlformats.org/officeDocument/2006/relationships/slideLayout" Target="../slideLayouts/extra_slideLayout6.xml" Id="R6abfb3307f004385"/></Relationships>
</file>

<file path=ppt/slideMasters/_rels/source_slideMaster1.xml.rels><?xml version='1.0' encoding='UTF-8' standalone='yes'?>
<Relationships xmlns="http://schemas.openxmlformats.org/package/2006/relationships"><Relationship Type="http://schemas.openxmlformats.org/officeDocument/2006/relationships/theme" Target="theme/source_theme2.xml" Id="R367bcf752a9749ae"/><Relationship Type="http://schemas.openxmlformats.org/officeDocument/2006/relationships/slideLayout" Target="../slideLayouts/source_slideLayout1.xml" Id="R11b88d14dc1d4219"/><Relationship Type="http://schemas.openxmlformats.org/officeDocument/2006/relationships/slideLayout" Target="../slideLayouts/source_slideLayout2.xml" Id="R87ec6871956e40df"/><Relationship Type="http://schemas.openxmlformats.org/officeDocument/2006/relationships/slideLayout" Target="../slideLayouts/source_slideLayout3.xml" Id="R5f96253e5dea4309"/><Relationship Type="http://schemas.openxmlformats.org/officeDocument/2006/relationships/slideLayout" Target="../slideLayouts/source_slideLayout4.xml" Id="Rab77f0812a874d9d"/><Relationship Type="http://schemas.openxmlformats.org/officeDocument/2006/relationships/slideLayout" Target="../slideLayouts/source_slideLayout5.xml" Id="R75ffc517a4f0405b"/><Relationship Type="http://schemas.openxmlformats.org/officeDocument/2006/relationships/slideLayout" Target="../slideLayouts/source_slideLayout6.xml" Id="Rcbb869a82fa04458"/></Relationships>
</file>

<file path=ppt/slideMasters/extra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a2295409694b9b"/>
    <p:sldLayoutId xmlns:r="http://schemas.openxmlformats.org/officeDocument/2006/relationships" id="2147483650" r:id="R87b2ee8d1b984a2a"/>
    <p:sldLayoutId xmlns:r="http://schemas.openxmlformats.org/officeDocument/2006/relationships" id="2147483651" r:id="Rcf0530b1b8ac4de5"/>
    <p:sldLayoutId xmlns:r="http://schemas.openxmlformats.org/officeDocument/2006/relationships" id="2147483652" r:id="R8bbb8f591e9d4ba9"/>
    <p:sldLayoutId xmlns:r="http://schemas.openxmlformats.org/officeDocument/2006/relationships" id="2147483653" r:id="R04d33da6d57f497b"/>
    <p:sldLayoutId xmlns:r="http://schemas.openxmlformats.org/officeDocument/2006/relationships" id="2147483654" r:id="R6abfb3307f0043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ource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88d14dc1d4219"/>
    <p:sldLayoutId xmlns:r="http://schemas.openxmlformats.org/officeDocument/2006/relationships" id="2147483650" r:id="R87ec6871956e40df"/>
    <p:sldLayoutId xmlns:r="http://schemas.openxmlformats.org/officeDocument/2006/relationships" id="2147483651" r:id="R5f96253e5dea4309"/>
    <p:sldLayoutId xmlns:r="http://schemas.openxmlformats.org/officeDocument/2006/relationships" id="2147483652" r:id="Rab77f0812a874d9d"/>
    <p:sldLayoutId xmlns:r="http://schemas.openxmlformats.org/officeDocument/2006/relationships" id="2147483653" r:id="R75ffc517a4f0405b"/>
    <p:sldLayoutId xmlns:r="http://schemas.openxmlformats.org/officeDocument/2006/relationships" id="2147483654" r:id="Rcbb869a82fa0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extra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ource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8080b7d1adec466a"/><Relationship Type="http://schemas.openxmlformats.org/officeDocument/2006/relationships/image" Target="../media/extra_image21.png" Id="R82e667f450d34eeb"/><Relationship Type="http://schemas.openxmlformats.org/officeDocument/2006/relationships/image" Target="../media/extra_image6.jpeg" Id="Rfe01b0682c204c25"/><Relationship Type="http://schemas.openxmlformats.org/officeDocument/2006/relationships/hyperlink" Target="http://127.0.0.1:5187/chat-test/" TargetMode="External" Id="R1c969a123d384dc4"/><Relationship Type="http://schemas.openxmlformats.org/officeDocument/2006/relationships/notesSlide" Target="../notesSlides/extra_notesSlide16.xml" Id="Rf80ac7730067436c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560e3a165638439d"/><Relationship Type="http://schemas.openxmlformats.org/officeDocument/2006/relationships/notesSlide" Target="../notesSlides/extra_notesSlide17.xml" Id="Ree4e9afcfd4a49b8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4e9527d4906a4e20"/><Relationship Type="http://schemas.openxmlformats.org/officeDocument/2006/relationships/image" Target="../media/source_image226.png" Id="Rc6885296a87d4e90"/><Relationship Type="http://schemas.openxmlformats.org/officeDocument/2006/relationships/image" Target="../media/source_image227.png" Id="Rbc112c8214f24c4b"/><Relationship Type="http://schemas.openxmlformats.org/officeDocument/2006/relationships/image" Target="../media/source_image228.png" Id="Rf3e4aa1885624441"/><Relationship Type="http://schemas.openxmlformats.org/officeDocument/2006/relationships/image" Target="../media/source_image229.png" Id="R5a36a1b3516f416b"/><Relationship Type="http://schemas.openxmlformats.org/officeDocument/2006/relationships/image" Target="../media/source_image31.jpeg" Id="R344543d94fe3455a"/><Relationship Type="http://schemas.openxmlformats.org/officeDocument/2006/relationships/image" Target="../media/source_image32.jpeg" Id="R83aab01feedd4e78"/><Relationship Type="http://schemas.openxmlformats.org/officeDocument/2006/relationships/image" Target="../media/source_image230.png" Id="Rb0b7df2152264a50"/><Relationship Type="http://schemas.openxmlformats.org/officeDocument/2006/relationships/image" Target="../media/source_image231.png" Id="R05cb1d93663d48f4"/><Relationship Type="http://schemas.openxmlformats.org/officeDocument/2006/relationships/image" Target="../media/source_image232.png" Id="Rfddffe16eb3e4a52"/><Relationship Type="http://schemas.openxmlformats.org/officeDocument/2006/relationships/notesSlide" Target="../notesSlides/source_notesSlide38.xml" Id="Rbe3390a65eb44b53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af5c88fc7f1f495c"/><Relationship Type="http://schemas.openxmlformats.org/officeDocument/2006/relationships/image" Target="../media/source_image233.png" Id="Rf0faee69e7aa4cce"/><Relationship Type="http://schemas.openxmlformats.org/officeDocument/2006/relationships/image" Target="../media/source_image234.png" Id="R5068d1f7214a4b57"/><Relationship Type="http://schemas.openxmlformats.org/officeDocument/2006/relationships/image" Target="../media/source_image235.png" Id="Rd3bd490d9a3f4f7a"/><Relationship Type="http://schemas.openxmlformats.org/officeDocument/2006/relationships/image" Target="../media/source_image33.jpeg" Id="R532e2347bb4b47b8"/><Relationship Type="http://schemas.openxmlformats.org/officeDocument/2006/relationships/image" Target="../media/source_image236.png" Id="R981ab6bf168f4790"/><Relationship Type="http://schemas.openxmlformats.org/officeDocument/2006/relationships/image" Target="../media/source_image237.png" Id="Rbc277d591d204d49"/><Relationship Type="http://schemas.openxmlformats.org/officeDocument/2006/relationships/notesSlide" Target="../notesSlides/source_notesSlide39.xml" Id="R02120e21cdae4679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044fe3a83f3d4c57"/><Relationship Type="http://schemas.openxmlformats.org/officeDocument/2006/relationships/image" Target="../media/source_image238.png" Id="Rf9822b150a954221"/><Relationship Type="http://schemas.openxmlformats.org/officeDocument/2006/relationships/image" Target="../media/source_image239.png" Id="Rdd2ea56891be46e2"/><Relationship Type="http://schemas.openxmlformats.org/officeDocument/2006/relationships/image" Target="../media/source_image240.png" Id="Re672c9f28ad442f5"/><Relationship Type="http://schemas.openxmlformats.org/officeDocument/2006/relationships/image" Target="../media/source_image241.png" Id="R71ed1471d98b4ab8"/><Relationship Type="http://schemas.openxmlformats.org/officeDocument/2006/relationships/image" Target="../media/source_image34.jpeg" Id="R8c530bfbe421472e"/><Relationship Type="http://schemas.openxmlformats.org/officeDocument/2006/relationships/image" Target="../media/source_image35.jpeg" Id="R3f3ac5d21271401d"/><Relationship Type="http://schemas.openxmlformats.org/officeDocument/2006/relationships/image" Target="../media/source_image242.png" Id="Rac27e26795774601"/><Relationship Type="http://schemas.openxmlformats.org/officeDocument/2006/relationships/image" Target="../media/source_image243.png" Id="Rc88be34083b34f0e"/><Relationship Type="http://schemas.openxmlformats.org/officeDocument/2006/relationships/image" Target="../media/source_image244.png" Id="Rdcd5ae6e6c7b4883"/><Relationship Type="http://schemas.openxmlformats.org/officeDocument/2006/relationships/notesSlide" Target="../notesSlides/source_notesSlide40.xml" Id="R8667ad92a2b14bc9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e9a686ee6b9c447b"/><Relationship Type="http://schemas.openxmlformats.org/officeDocument/2006/relationships/image" Target="../media/source_image245.png" Id="R481c191cbc5f48a3"/><Relationship Type="http://schemas.openxmlformats.org/officeDocument/2006/relationships/image" Target="../media/source_image246.png" Id="R3abba17310384523"/><Relationship Type="http://schemas.openxmlformats.org/officeDocument/2006/relationships/image" Target="../media/source_image247.png" Id="R21b4e883cda844ae"/><Relationship Type="http://schemas.openxmlformats.org/officeDocument/2006/relationships/image" Target="../media/source_image36.jpeg" Id="R009c833fe434461c"/><Relationship Type="http://schemas.openxmlformats.org/officeDocument/2006/relationships/image" Target="../media/source_image37.jpeg" Id="Re22575bfafd94274"/><Relationship Type="http://schemas.openxmlformats.org/officeDocument/2006/relationships/image" Target="../media/source_image248.png" Id="R2d7ca61da1e342db"/><Relationship Type="http://schemas.openxmlformats.org/officeDocument/2006/relationships/image" Target="../media/source_image249.png" Id="Rd919dacd1b664074"/><Relationship Type="http://schemas.openxmlformats.org/officeDocument/2006/relationships/image" Target="../media/source_image250.png" Id="R5394e784160f4428"/><Relationship Type="http://schemas.openxmlformats.org/officeDocument/2006/relationships/notesSlide" Target="../notesSlides/source_notesSlide41.xml" Id="R78437c7a6f8f4ce2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48525e0e346944c1"/><Relationship Type="http://schemas.openxmlformats.org/officeDocument/2006/relationships/image" Target="../media/source_image251.png" Id="R38546bfa7b4d401d"/><Relationship Type="http://schemas.openxmlformats.org/officeDocument/2006/relationships/image" Target="../media/source_image252.png" Id="Rd5c2977daaec42b9"/><Relationship Type="http://schemas.openxmlformats.org/officeDocument/2006/relationships/image" Target="../media/source_image253.png" Id="Rf5ed004c471041c9"/><Relationship Type="http://schemas.openxmlformats.org/officeDocument/2006/relationships/image" Target="../media/source_image38.jpeg" Id="R5c40a3de05294b81"/><Relationship Type="http://schemas.openxmlformats.org/officeDocument/2006/relationships/image" Target="../media/source_image39.jpeg" Id="R692c0681478f4f3a"/><Relationship Type="http://schemas.openxmlformats.org/officeDocument/2006/relationships/image" Target="../media/source_image254.png" Id="R95e9b7ec66fd4c5c"/><Relationship Type="http://schemas.openxmlformats.org/officeDocument/2006/relationships/image" Target="../media/source_image255.png" Id="R705b7635185c4bf5"/><Relationship Type="http://schemas.openxmlformats.org/officeDocument/2006/relationships/image" Target="../media/source_image256.png" Id="Raefb6321f2d04772"/><Relationship Type="http://schemas.openxmlformats.org/officeDocument/2006/relationships/notesSlide" Target="../notesSlides/source_notesSlide42.xml" Id="R8983b349235a4677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3eb4848326a44a9f"/><Relationship Type="http://schemas.openxmlformats.org/officeDocument/2006/relationships/image" Target="../media/source_image257.png" Id="R3c254a4f750345f0"/><Relationship Type="http://schemas.openxmlformats.org/officeDocument/2006/relationships/image" Target="../media/source_image258.png" Id="R461dd8d4bd3643b1"/><Relationship Type="http://schemas.openxmlformats.org/officeDocument/2006/relationships/image" Target="../media/source_image259.png" Id="R80a56d2478ea4679"/><Relationship Type="http://schemas.openxmlformats.org/officeDocument/2006/relationships/image" Target="../media/source_image40.jpeg" Id="R702e52be0c444ca5"/><Relationship Type="http://schemas.openxmlformats.org/officeDocument/2006/relationships/image" Target="../media/source_image260.png" Id="Rd41cea18fee14e27"/><Relationship Type="http://schemas.openxmlformats.org/officeDocument/2006/relationships/image" Target="../media/source_image261.png" Id="R994a9bb25089442c"/><Relationship Type="http://schemas.openxmlformats.org/officeDocument/2006/relationships/notesSlide" Target="../notesSlides/source_notesSlide43.xml" Id="Rd76c457a1294462c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200283f296e04c92"/><Relationship Type="http://schemas.openxmlformats.org/officeDocument/2006/relationships/image" Target="../media/source_image262.png" Id="R2aaa2733e2db4b5d"/><Relationship Type="http://schemas.openxmlformats.org/officeDocument/2006/relationships/image" Target="../media/source_image263.png" Id="R23c0fea6599142e0"/><Relationship Type="http://schemas.openxmlformats.org/officeDocument/2006/relationships/image" Target="../media/source_image264.png" Id="R12623b604cee440d"/><Relationship Type="http://schemas.openxmlformats.org/officeDocument/2006/relationships/image" Target="../media/source_image41.jpeg" Id="Rfdabf7c4b2b24d62"/><Relationship Type="http://schemas.openxmlformats.org/officeDocument/2006/relationships/image" Target="../media/source_image42.jpeg" Id="R86166e12a6a0489c"/><Relationship Type="http://schemas.openxmlformats.org/officeDocument/2006/relationships/image" Target="../media/source_image265.png" Id="R80e08088c38f4ed3"/><Relationship Type="http://schemas.openxmlformats.org/officeDocument/2006/relationships/image" Target="../media/source_image266.png" Id="Re2300fac5fd3497c"/><Relationship Type="http://schemas.openxmlformats.org/officeDocument/2006/relationships/image" Target="../media/source_image267.png" Id="Rbd753ffd14d34c34"/><Relationship Type="http://schemas.openxmlformats.org/officeDocument/2006/relationships/notesSlide" Target="../notesSlides/source_notesSlide44.xml" Id="R8653bf1cdd744cdc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ea216d4e71eb458b"/><Relationship Type="http://schemas.openxmlformats.org/officeDocument/2006/relationships/image" Target="../media/extra_image22.png" Id="R5f8544aa9a784633"/><Relationship Type="http://schemas.openxmlformats.org/officeDocument/2006/relationships/image" Target="../media/extra_image23.png" Id="R449d6a4fc03b4d5c"/><Relationship Type="http://schemas.openxmlformats.org/officeDocument/2006/relationships/image" Target="../media/extra_image24.png" Id="R4fbfa3992fb14d39"/><Relationship Type="http://schemas.openxmlformats.org/officeDocument/2006/relationships/hyperlink" Target="https://dubukimch.github.io/manual-assistant.html" TargetMode="External" Id="R1acd7b8216b944d3"/><Relationship Type="http://schemas.openxmlformats.org/officeDocument/2006/relationships/notesSlide" Target="../notesSlides/extra_notesSlide18.xml" Id="Rf663e1f069804d97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8881F8D0-65B2-4D4A-B99E-3E0BF195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BD1EE28E-EE88-4FD7-851A-D9C3D164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E1290-A805-4E8D-8E2E-5A575BD6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A17C2A8D-5AD0-4C1E-AB69-C4EDECE5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Assistant 사용 매뉴얼  2026.10.25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18640-517A-44C7-BEFE-BF709D7710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667f450d34eeb"/>
          <a:stretch xmlns:a="http://schemas.openxmlformats.org/drawingml/2006/main"/>
        </p:blipFill>
        <p:spPr>
          <a:xfrm xmlns:a="http://schemas.openxmlformats.org/drawingml/2006/main">
            <a:off x="685800" y="1362075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C808D8A1-8500-48AA-9EC0-35352325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57325"/>
            <a:ext cx="1257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Industrial Assistant</a:t>
            </a:r>
          </a:p>
        </p:txBody>
      </p:sp>
      <p:sp>
        <p:nvSpPr>
          <p:cNvPr id="7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3E70E117-BF49-4FF3-ACD3-A6CD6CB1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38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사용 매뉴얼</a:t>
            </a:r>
          </a:p>
        </p:txBody>
      </p:sp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4391B1D9-D451-49C2-83D8-68974A06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619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상태를 묻고 출처를 검토해 근거와 함께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보관하기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F9B6AEC8-886D-4E1A-B2FF-856C548C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388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7개 동작 · 실제 캡처 7장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E82BA-8F49-4DE0-9066-126FABDC9A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1b0682c204c25"/>
          <a:stretch xmlns:a="http://schemas.openxmlformats.org/drawingml/2006/main"/>
        </p:blipFill>
        <p:spPr>
          <a:xfrm xmlns:a="http://schemas.openxmlformats.org/drawingml/2006/main">
            <a:off x="8453820" y="2762250"/>
            <a:ext cx="5190359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BC7D7AC9-483A-4C76-847C-A2F075FA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5125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화면, 순서와 확인할 결과를 함께 읽습니다.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056ABB94-EA42-4F7B-8202-2033C74C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8270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1c969a123d384dc4"/>
              </a:rPr>
              <a:t>http://127.0.0.1:5187/chat-test/</a:t>
            </a:r>
          </a:p>
        </p:txBody>
      </p:sp>
    </p:spTree>
    <p:extLst>
      <p:ext uri="{BB962C8B-B14F-4D97-AF65-F5344CB8AC3E}">
        <p14:creationId xmlns:p14="http://schemas.microsoft.com/office/powerpoint/2010/main" val="16064633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836714B4-3127-4892-BF64-FC510683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CF6692EA-AE2D-4253-B92A-F89DB272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46DC5-8784-4FE6-B6CB-FF074BE6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73FA1FC0-37D7-47E5-A14D-F77DF43A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Assistant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ED25F0E4-6340-4C5D-833D-F1D79164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시작 조건과 실습 범위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8065F2B2-907B-4534-9F61-223DDA1D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381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실행 환경을 확인한 뒤 첫 동작으로 이동합니다.</a:t>
            </a:r>
          </a:p>
        </p:txBody>
      </p:sp>
      <p:sp>
        <p:nvSpPr>
          <p:cNvPr id="7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9BDAF08C-E389-4D01-A329-76215951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06785162-B7B5-42DD-800B-BD9DEDAD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304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Assistant Host와 Python 서비스가 실행 중이어야 합니다.</a:t>
            </a:r>
          </a:p>
        </p:txBody>
      </p:sp>
      <p:sp>
        <p:nvSpPr>
          <p:cNvPr id="9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2A85B266-7FB7-4C2C-BE67-8085A926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117ADAE9-05B6-4AB4-BC98-674D960B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1304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실행 터미널의 일회성 Client key를 준비합니다. 매뉴얼이나 내보내기에 키를 적지 않습니다.</a:t>
            </a:r>
          </a:p>
        </p:txBody>
      </p:sp>
      <p:sp>
        <p:nvSpPr>
          <p:cNvPr id="11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B3CF81BA-78AE-4DB1-890D-52FCF1A7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6EE2BAFC-98F7-46EE-A258-67A5CA1C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1304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상태 실습은 PLC Simulation :5180 실행과 machine-03의 매핑이 필요합니다.</a:t>
            </a:r>
          </a:p>
        </p:txBody>
      </p:sp>
      <p:sp>
        <p:nvSpPr>
          <p:cNvPr id="13" name="extra-text-11">
            <a:extLst xmlns:a="http://schemas.openxmlformats.org/drawingml/2006/main">
              <a:ext uri="{FF2B5EF4-FFF2-40B4-BE49-F238E27FC236}">
                <a16:creationId xmlns:a16="http://schemas.microsoft.com/office/drawing/2014/main" id="{C237148C-BA0D-4E27-A4B6-B290B63A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실습에서 확인하는 범위</a:t>
            </a:r>
          </a:p>
        </p:txBody>
      </p:sp>
      <p:sp>
        <p:nvSpPr>
          <p:cNvPr id="14" name="extra-text-12">
            <a:extLst xmlns:a="http://schemas.openxmlformats.org/drawingml/2006/main">
              <a:ext uri="{FF2B5EF4-FFF2-40B4-BE49-F238E27FC236}">
                <a16:creationId xmlns:a16="http://schemas.microsoft.com/office/drawing/2014/main" id="{7E4894BD-7B1E-4C92-AA2E-C896152A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381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HTTP 조회와 결정적 Fake 답변을 사용하는 로컬 읽기 전용 실습. History, Gateway, DataCatalog, OEE는 Mock 구성이다.</a:t>
            </a:r>
          </a:p>
        </p:txBody>
      </p:sp>
    </p:spTree>
    <p:extLst>
      <p:ext uri="{BB962C8B-B14F-4D97-AF65-F5344CB8AC3E}">
        <p14:creationId xmlns:p14="http://schemas.microsoft.com/office/powerpoint/2010/main" val="431700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">
            <a:extLst xmlns:a="http://schemas.openxmlformats.org/drawingml/2006/main">
              <a:ext uri="{FF2B5EF4-FFF2-40B4-BE49-F238E27FC236}">
                <a16:creationId xmlns:a16="http://schemas.microsoft.com/office/drawing/2014/main" id="{428CBDC7-7879-4E91-AC48-02DA93B8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1B567EA-DC06-4A44-ABF8-9C6C94CF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8D2F5-C6C3-4B94-9CD4-B7F5E0B0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9820406-6F04-4CB2-8FAB-9504F616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Assistant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6210E0C-1877-41A9-B180-DA4C8FE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비서 접속과 조회 범위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5697B41-1EF0-4C6B-A229-5BE7EFCE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역할·자산·소스를 정한 뒤 로컬 Host를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1D003-9E1E-4154-8360-12B97C7A07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85296a87d4e90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D38E5F9-C2EC-469D-9D32-E64C1A37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8B0551A-BAD4-49C0-B59F-C5950907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실행 키 입력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BA030768-76E1-4AF5-B25F-C4EAE7FA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Client key: 현재 터미널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키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9C754-B835-4368-AE40-DE81556C3C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12c8214f24c4b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A4A194D-CC3F-43A3-89A1-C9F983E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F72462ED-51CA-437F-91FA-9A5C8E6B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역할과 자산 지정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CA66CCDA-58A7-4929-BCD9-ECE9B20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통합 비서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machine-03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E2E23-DE12-48FE-9E5C-265F8FF860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4aa1885624441"/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04742FA9-E535-4D8F-8646-17D7C812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4A60A103-3A6F-449D-A233-F63AD2C0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소스 설정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3EF9C25F-B5E6-4EA7-BF38-1896CF98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PLC_Simulation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TwinForge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F2602-5D76-4B23-ACB2-A26A27EF89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6a1b3516f416b"/>
          <a:stretch xmlns:a="http://schemas.openxmlformats.org/drawingml/2006/main"/>
        </p:blipFill>
        <p:spPr>
          <a:xfrm xmlns:a="http://schemas.openxmlformats.org/drawingml/2006/main">
            <a:off x="638175" y="61817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9F119789-ACAB-48D8-9713-85E1E339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008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C5D57EA4-62F4-4A3B-B0C4-0A8360D3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531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Host 응답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98B5FDA8-2DC6-451C-BA54-888AA5E6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627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Host 확인 → HTTP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시각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CF7D4-732B-486D-BA54-EC287A3671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543d94fe3455a"/>
          <a:srcRect xmlns:a="http://schemas.openxmlformats.org/drawingml/2006/main" l="19517" t="2170" r="1982" b="73714"/>
          <a:stretch xmlns:a="http://schemas.openxmlformats.org/drawingml/2006/main"/>
        </p:blipFill>
        <p:spPr>
          <a:xfrm xmlns:a="http://schemas.openxmlformats.org/drawingml/2006/main">
            <a:off x="4191000" y="2497874"/>
            <a:ext cx="10439400" cy="2471852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9F7E0-3F27-41BB-92BB-848666107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ab01feedd4e78"/>
          <a:stretch xmlns:a="http://schemas.openxmlformats.org/drawingml/2006/main"/>
        </p:blipFill>
        <p:spPr>
          <a:xfrm xmlns:a="http://schemas.openxmlformats.org/drawingml/2006/main">
            <a:off x="4191000" y="5273345"/>
            <a:ext cx="1714500" cy="1321461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BCFCF-1C06-4CA2-ACC3-F3789D1744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7df2152264a50"/>
          <a:stretch xmlns:a="http://schemas.openxmlformats.org/drawingml/2006/main"/>
        </p:blipFill>
        <p:spPr>
          <a:xfrm xmlns:a="http://schemas.openxmlformats.org/drawingml/2006/main">
            <a:off x="6210300" y="55816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26" name="text-18">
            <a:extLst xmlns:a="http://schemas.openxmlformats.org/drawingml/2006/main">
              <a:ext uri="{FF2B5EF4-FFF2-40B4-BE49-F238E27FC236}">
                <a16:creationId xmlns:a16="http://schemas.microsoft.com/office/drawing/2014/main" id="{053C689D-0A76-42B9-A5C5-6274F3F6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sp>
        <p:nvSpPr>
          <p:cNvPr id="27" name="text-19">
            <a:extLst xmlns:a="http://schemas.openxmlformats.org/drawingml/2006/main">
              <a:ext uri="{FF2B5EF4-FFF2-40B4-BE49-F238E27FC236}">
                <a16:creationId xmlns:a16="http://schemas.microsoft.com/office/drawing/2014/main" id="{994B7EAD-8370-4F80-8251-BD07D561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A816B-10A6-4BB5-999E-FDEEE2D5E2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b1d93663d48f4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9" name="text-20">
            <a:extLst xmlns:a="http://schemas.openxmlformats.org/drawingml/2006/main">
              <a:ext uri="{FF2B5EF4-FFF2-40B4-BE49-F238E27FC236}">
                <a16:creationId xmlns:a16="http://schemas.microsoft.com/office/drawing/2014/main" id="{23A43AB9-D8D9-443A-90D9-E7F6E2F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401이면 현재 실행의 Client key를 확인합니다. 키는 문서나 공유 자료에 넣지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D96195-C6D7-4057-8885-22D935A3B2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ffe16eb3e4a52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1" name="text-21">
            <a:extLst xmlns:a="http://schemas.openxmlformats.org/drawingml/2006/main">
              <a:ext uri="{FF2B5EF4-FFF2-40B4-BE49-F238E27FC236}">
                <a16:creationId xmlns:a16="http://schemas.microsoft.com/office/drawing/2014/main" id="{DAE98FEE-F950-4A17-AFDF-B0B0B990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Host 응답 시각과 HTTP 코드가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소스 선언과 개별 조회 성공은 별개입니다.</a:t>
            </a:r>
          </a:p>
        </p:txBody>
      </p:sp>
    </p:spTree>
    <p:extLst>
      <p:ext uri="{BB962C8B-B14F-4D97-AF65-F5344CB8AC3E}">
        <p14:creationId xmlns:p14="http://schemas.microsoft.com/office/powerpoint/2010/main" val="348671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B4041D31-833B-489D-B103-4465C764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EB5D652-1260-475C-8355-688488F6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86E4F-23E4-470B-8741-0C3CE028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E4E569B-3FBF-48DF-8206-83AB46BF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Assistant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080F688-7FE2-457C-9FD3-1984B5E0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예시 질문을 확인하고 보내기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65CBB98-FD6D-4519-8CCD-2DB9E2CB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조회할 질문을 선택하고 입력 내용을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B0517-08AD-47AF-B47E-AF523B93E6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aee69e7aa4cce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74FD556-8387-40B2-914E-E3991DCC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CA017B4-9765-480D-BDF7-96F1047A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상태 예시 선택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849C7BC-5B1F-4CEB-AA37-83E273B1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선택한 설비 상태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어때?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E15B1-8B03-48FF-92C6-0BA39E725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8d1f7214a4b57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FC191860-5073-438A-986B-76BA125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4C341A19-6D6B-4610-94A3-A4490DD1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질문과 글자 수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FB82D1BE-7C89-4EB1-B79E-D9CB10DB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질문 확인 · 2,000자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이내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2368A-6738-4E45-A5E6-D0D9485F83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d490d9a3f4f7a"/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AF18D4F1-C046-41E9-A3FA-CC5BE128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05589F3A-351A-4246-B773-0F348965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질문 전송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6410DCCD-8C7B-4FED-B1CF-C8AF1260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Enter 또는 보내기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A99BF-DC0F-4812-85F0-016D67C191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e2347bb4b47b8"/>
          <a:srcRect xmlns:a="http://schemas.openxmlformats.org/drawingml/2006/main" l="19517" t="27090" r="1982" b="31109"/>
          <a:stretch xmlns:a="http://schemas.openxmlformats.org/drawingml/2006/main"/>
        </p:blipFill>
        <p:spPr>
          <a:xfrm xmlns:a="http://schemas.openxmlformats.org/drawingml/2006/main">
            <a:off x="4191000" y="2324957"/>
            <a:ext cx="10439400" cy="4284537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A3727B81-F3DD-473E-ABB8-37928609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329E4-9C94-48C7-8A69-C0E72E6018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ab6bf168f4790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6090B20D-9C85-401E-A4C2-F1CD4D7D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한글 조합 중 Enter는 조합을 먼저 마칩니다. 이 실습은 설비 상태 조회입니다.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8041E-463A-40ED-B906-0A1CAFC1FA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77d591d204d49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1B7270B4-75E7-4414-A077-EE6ADB96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예시 질문과 글자 수가 함께 갱신됩니다.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줄바꿈은 Shift+Enter를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578815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">
            <a:extLst xmlns:a="http://schemas.openxmlformats.org/drawingml/2006/main">
              <a:ext uri="{FF2B5EF4-FFF2-40B4-BE49-F238E27FC236}">
                <a16:creationId xmlns:a16="http://schemas.microsoft.com/office/drawing/2014/main" id="{832233A1-77F5-4723-8AF3-B3E5C9AF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E0A21E6-36DD-4C29-BF7F-768FAEE0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0DD75-F03E-4E84-81DB-AF81AEDA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C715FD-4002-4972-B4E4-5310B5A9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Assistant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583C7E-CACE-4FAA-A96D-F1836D03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선택 설비의 PLC 상태 조회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D7BE125-F411-4994-A5A5-AB8BEDFC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PLC HTTP 소스로부터 조회한 답변을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54068-A6D8-455B-95C2-E244BBBB5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22b150a954221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5991095-FC9D-402F-B640-97D23E55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5C1A585-2C4F-43CE-B4E8-182EF6EF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실행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BA49556-2FEC-40DC-98E3-5BAEF6C1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PLC Simulation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8625C-B28E-49D0-A5F4-2E8CAE7C3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ea56891be46e2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FF56089B-8D32-4194-AD4F-6B0A524B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860AF68A-DB75-4FB8-93CD-333B705E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상태 질문 전송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E6372838-AF48-4633-9C8D-BC8A6225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상태 질문 →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보내기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90F7D-FF5A-4FED-84BB-0333035CF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2c9f28ad442f5"/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FFC9867C-F38E-4833-892E-59DB9582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FC1E598F-BFFF-481D-AC96-A6B868BF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응답 완료 대기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3D1FCB00-4A50-4A02-A07F-1E9F6471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역할 · 자산 · 키 변경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C0ABE-A8A8-446D-B1D8-23F02C2E3D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d1471d98b4ab8"/>
          <a:stretch xmlns:a="http://schemas.openxmlformats.org/drawingml/2006/main"/>
        </p:blipFill>
        <p:spPr>
          <a:xfrm xmlns:a="http://schemas.openxmlformats.org/drawingml/2006/main">
            <a:off x="638175" y="61817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AD27756-7AA1-42F2-A262-3B15A3EF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008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16F85918-3C88-4E07-844C-E68CB46D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531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답변과 오류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896C78D0-7F23-4487-9B53-52A23CF6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627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 답변 또는 조회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오류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4A3EF-2691-477C-9566-9A39EED6FE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30bfbe421472e"/>
          <a:srcRect xmlns:a="http://schemas.openxmlformats.org/drawingml/2006/main" l="19517" t="34325" r="1982" b="42604"/>
          <a:stretch xmlns:a="http://schemas.openxmlformats.org/drawingml/2006/main"/>
        </p:blipFill>
        <p:spPr>
          <a:xfrm xmlns:a="http://schemas.openxmlformats.org/drawingml/2006/main">
            <a:off x="4191000" y="2551429"/>
            <a:ext cx="10439400" cy="2364741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C095D-E46E-4907-8A42-047438B23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ac5d21271401d"/>
          <a:stretch xmlns:a="http://schemas.openxmlformats.org/drawingml/2006/main"/>
        </p:blipFill>
        <p:spPr>
          <a:xfrm xmlns:a="http://schemas.openxmlformats.org/drawingml/2006/main">
            <a:off x="4191000" y="5273345"/>
            <a:ext cx="1714500" cy="1321461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E6DE2-FBA0-447C-91F4-69362B7211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7e26795774601"/>
          <a:stretch xmlns:a="http://schemas.openxmlformats.org/drawingml/2006/main"/>
        </p:blipFill>
        <p:spPr>
          <a:xfrm xmlns:a="http://schemas.openxmlformats.org/drawingml/2006/main">
            <a:off x="6210300" y="55816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26" name="text-18">
            <a:extLst xmlns:a="http://schemas.openxmlformats.org/drawingml/2006/main">
              <a:ext uri="{FF2B5EF4-FFF2-40B4-BE49-F238E27FC236}">
                <a16:creationId xmlns:a16="http://schemas.microsoft.com/office/drawing/2014/main" id="{D959785B-4D3C-4654-AB93-0B515111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sp>
        <p:nvSpPr>
          <p:cNvPr id="27" name="text-19">
            <a:extLst xmlns:a="http://schemas.openxmlformats.org/drawingml/2006/main">
              <a:ext uri="{FF2B5EF4-FFF2-40B4-BE49-F238E27FC236}">
                <a16:creationId xmlns:a16="http://schemas.microsoft.com/office/drawing/2014/main" id="{F0549383-3AEB-4738-8787-8733A286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EA447-60AF-4AB8-A295-DBC441334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be34083b34f0e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9" name="text-20">
            <a:extLst xmlns:a="http://schemas.openxmlformats.org/drawingml/2006/main">
              <a:ext uri="{FF2B5EF4-FFF2-40B4-BE49-F238E27FC236}">
                <a16:creationId xmlns:a16="http://schemas.microsoft.com/office/drawing/2014/main" id="{E33FF95F-01A8-460A-B343-D3FD2F11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SOURCE_UNAVAILABLE은 소스 연결, ASSET_NOT_MAPPED는 선택 자산의 매핑을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12B926-8566-4F08-B20C-B7B2145CB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5ae6e6c7b4883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1" name="text-21">
            <a:extLst xmlns:a="http://schemas.openxmlformats.org/drawingml/2006/main">
              <a:ext uri="{FF2B5EF4-FFF2-40B4-BE49-F238E27FC236}">
                <a16:creationId xmlns:a16="http://schemas.microsoft.com/office/drawing/2014/main" id="{8B0A1165-FFE3-4E86-9727-3AF527BD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HTTP 소스의 조회 결과를 표시합니다.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이 판의 문장 생성 방식은 Fake입니다.</a:t>
            </a:r>
          </a:p>
        </p:txBody>
      </p:sp>
    </p:spTree>
    <p:extLst>
      <p:ext uri="{BB962C8B-B14F-4D97-AF65-F5344CB8AC3E}">
        <p14:creationId xmlns:p14="http://schemas.microsoft.com/office/powerpoint/2010/main" val="1234232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">
            <a:extLst xmlns:a="http://schemas.openxmlformats.org/drawingml/2006/main">
              <a:ext uri="{FF2B5EF4-FFF2-40B4-BE49-F238E27FC236}">
                <a16:creationId xmlns:a16="http://schemas.microsoft.com/office/drawing/2014/main" id="{86A15DA3-73CA-4489-8A71-29C01020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4710B9D-58AA-4D79-BA97-815A0918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CB240-0FF2-4005-AD2E-764CDE40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0A4EA81-9671-4CB6-B287-B70980D8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Assistant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C5064BD-5E55-4A2C-923E-4277567A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답변의 출처·품질 검토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3BE2672-AFDA-4E01-8AA5-47D98BD9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답변의 원본 시각과 생성 방식을 함께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BEBC3-99CA-4C38-BA89-358782359C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c191cbc5f48a3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9873AC58-AE4A-4624-AED4-D4896A1E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5CE6FE9-ECEA-47B5-A4F5-9B0BDBF7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근거 영역 펼치기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A1C347AC-958B-4C29-B37A-6BD20DC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출처  ·  품질  ·  생성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방식 확인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80E08-0683-4F07-A7B1-CBE370F3B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ba17310384523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11B85748-F185-4DAD-A34C-7910A6F8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743CF28C-1EA5-4690-AAB4-C2B912B4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출처와 인용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127A207F-F9A0-416A-8796-02E67C7B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소유자 · 인용 · 생성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방식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A6249-57C4-4F29-BB67-27667529B1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4e883cda844ae"/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0140FE3E-211D-4310-88E2-C8CD517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1A47A07A-7A71-432E-948C-D9CD0787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품질과 시각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F39DD430-B337-483B-BC0C-BD68406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Good · 최신 원본 시각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6E30A-4A24-4804-B7F4-2875A67F44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c833fe434461c"/>
          <a:srcRect xmlns:a="http://schemas.openxmlformats.org/drawingml/2006/main" l="19517" t="37460" r="1982" b="38907"/>
          <a:stretch xmlns:a="http://schemas.openxmlformats.org/drawingml/2006/main"/>
        </p:blipFill>
        <p:spPr>
          <a:xfrm xmlns:a="http://schemas.openxmlformats.org/drawingml/2006/main">
            <a:off x="4191000" y="2522627"/>
            <a:ext cx="10439400" cy="2422345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D8ED1-412B-4431-8814-8D80EB6D03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575bfafd94274"/>
          <a:stretch xmlns:a="http://schemas.openxmlformats.org/drawingml/2006/main"/>
        </p:blipFill>
        <p:spPr>
          <a:xfrm xmlns:a="http://schemas.openxmlformats.org/drawingml/2006/main">
            <a:off x="4191000" y="5273345"/>
            <a:ext cx="1714500" cy="1321461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79310-CF28-4F9D-A8A9-E6F15277F4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ca61da1e342db"/>
          <a:stretch xmlns:a="http://schemas.openxmlformats.org/drawingml/2006/main"/>
        </p:blipFill>
        <p:spPr>
          <a:xfrm xmlns:a="http://schemas.openxmlformats.org/drawingml/2006/main">
            <a:off x="6210300" y="55816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22" name="text-15">
            <a:extLst xmlns:a="http://schemas.openxmlformats.org/drawingml/2006/main">
              <a:ext uri="{FF2B5EF4-FFF2-40B4-BE49-F238E27FC236}">
                <a16:creationId xmlns:a16="http://schemas.microsoft.com/office/drawing/2014/main" id="{D3CB82D9-ABB7-423D-871E-76ACF75D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sp>
        <p:nvSpPr>
          <p:cNvPr id="23" name="text-16">
            <a:extLst xmlns:a="http://schemas.openxmlformats.org/drawingml/2006/main">
              <a:ext uri="{FF2B5EF4-FFF2-40B4-BE49-F238E27FC236}">
                <a16:creationId xmlns:a16="http://schemas.microsoft.com/office/drawing/2014/main" id="{FA363B02-85C6-49A0-92DE-84B531B4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3A31FE-E8B8-483A-ABCC-B4A0060670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9dacd1b664074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5" name="text-17">
            <a:extLst xmlns:a="http://schemas.openxmlformats.org/drawingml/2006/main">
              <a:ext uri="{FF2B5EF4-FFF2-40B4-BE49-F238E27FC236}">
                <a16:creationId xmlns:a16="http://schemas.microsoft.com/office/drawing/2014/main" id="{6BF433C4-7840-4785-BCE7-F0DF3F0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오래된 Good은 현재 값이 아닐 수 있습니다. Unknown·None·Unavailable은 사실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확인이 안 된 상태입니다.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30CC26-A2CA-4539-BCFC-B3AC1447BD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4e784160f4428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7" name="text-18">
            <a:extLst xmlns:a="http://schemas.openxmlformats.org/drawingml/2006/main">
              <a:ext uri="{FF2B5EF4-FFF2-40B4-BE49-F238E27FC236}">
                <a16:creationId xmlns:a16="http://schemas.microsoft.com/office/drawing/2014/main" id="{43F44F00-7650-4561-A32B-0386F1F7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PLC_Simulation 출처·원본 시각·품질을 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Fake 생성 표시도 함께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67064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">
            <a:extLst xmlns:a="http://schemas.openxmlformats.org/drawingml/2006/main">
              <a:ext uri="{FF2B5EF4-FFF2-40B4-BE49-F238E27FC236}">
                <a16:creationId xmlns:a16="http://schemas.microsoft.com/office/drawing/2014/main" id="{1A2D45EB-DEC0-4E9C-A479-011EB375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7F1C41B-2630-4DF5-847A-0D0E3D70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C538C-AA39-4929-80C6-4138D5C2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8E675-F550-4E57-804D-E669EC4B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Assistant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66C7673-37FD-470C-B728-A2724CB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답변과 근거를 함께 복사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C800229-7A1D-414F-8CFA-627AC3F5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검토한 답변을 출처와 시각까지 보존합니다.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E1F87-ED09-4827-8475-A7B7364415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46bfa7b4d401d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DC9E6C6-08BF-4F90-AE9C-2516B92F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7EFF295-62DD-432D-86BE-5CBE8181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답변 복사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4A1F26D-7FE1-4916-B8B9-209D2025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답변 복사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C9A39-6D3A-4D2B-930F-2D35B6A271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2977daaec42b9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4F2A88C7-2C01-48EB-B25B-AE67996A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B43312EA-2302-423F-9F87-58DB7A51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복사됨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EF36FF41-2258-4FBB-9B49-4C2F447C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버튼의 복사됨 표시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E6BDA-704E-45E5-A518-03FE9675F1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d004c471041c9"/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4E335C65-CAF1-4B3F-910C-3489F299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3A4AD5ED-6F54-4CC7-B7DD-16D94DF1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문서에 근거 보존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BF6C434-9A61-4921-99C6-A3B4E73C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소스 · 관측 시각 유지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EF0FD-385A-4792-9F4F-44E5211B05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0a3de05294b81"/>
          <a:srcRect xmlns:a="http://schemas.openxmlformats.org/drawingml/2006/main" l="19517" t="37460" r="1982" b="38907"/>
          <a:stretch xmlns:a="http://schemas.openxmlformats.org/drawingml/2006/main"/>
        </p:blipFill>
        <p:spPr>
          <a:xfrm xmlns:a="http://schemas.openxmlformats.org/drawingml/2006/main">
            <a:off x="4191000" y="2522627"/>
            <a:ext cx="10439400" cy="2422345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81219-F85C-498A-892F-3990ACEF76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c0681478f4f3a"/>
          <a:stretch xmlns:a="http://schemas.openxmlformats.org/drawingml/2006/main"/>
        </p:blipFill>
        <p:spPr>
          <a:xfrm xmlns:a="http://schemas.openxmlformats.org/drawingml/2006/main">
            <a:off x="4191000" y="5273345"/>
            <a:ext cx="1714500" cy="1321461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E9C95-FDA4-4005-AB91-FDF3BB6D1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9b7ec66fd4c5c"/>
          <a:stretch xmlns:a="http://schemas.openxmlformats.org/drawingml/2006/main"/>
        </p:blipFill>
        <p:spPr>
          <a:xfrm xmlns:a="http://schemas.openxmlformats.org/drawingml/2006/main">
            <a:off x="6210300" y="55816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22" name="text-15">
            <a:extLst xmlns:a="http://schemas.openxmlformats.org/drawingml/2006/main">
              <a:ext uri="{FF2B5EF4-FFF2-40B4-BE49-F238E27FC236}">
                <a16:creationId xmlns:a16="http://schemas.microsoft.com/office/drawing/2014/main" id="{3B7E25B5-4486-4E6D-8020-AAA394C5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sp>
        <p:nvSpPr>
          <p:cNvPr id="23" name="text-16">
            <a:extLst xmlns:a="http://schemas.openxmlformats.org/drawingml/2006/main">
              <a:ext uri="{FF2B5EF4-FFF2-40B4-BE49-F238E27FC236}">
                <a16:creationId xmlns:a16="http://schemas.microsoft.com/office/drawing/2014/main" id="{F45CA6CA-E05C-4F12-B80A-1187DCD6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E8126-DB55-4836-975C-244FAB8A00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b7635185c4bf5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5" name="text-17">
            <a:extLst xmlns:a="http://schemas.openxmlformats.org/drawingml/2006/main">
              <a:ext uri="{FF2B5EF4-FFF2-40B4-BE49-F238E27FC236}">
                <a16:creationId xmlns:a16="http://schemas.microsoft.com/office/drawing/2014/main" id="{DDB08D87-7DBA-4271-9D38-9FB437D2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복사 실패가 표시되면 브라우저의 클립보드 접근 상태를 확인합니다.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09FEFD-0DA0-480F-B14B-0A2A6B5F4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b6321f2d04772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7" name="text-18">
            <a:extLst xmlns:a="http://schemas.openxmlformats.org/drawingml/2006/main">
              <a:ext uri="{FF2B5EF4-FFF2-40B4-BE49-F238E27FC236}">
                <a16:creationId xmlns:a16="http://schemas.microsoft.com/office/drawing/2014/main" id="{A2628E5A-C794-4EBB-8C08-29DA9BD7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답변 본문과 근거 메타데이터를 복사합니다.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Client key는 포함하지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18579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D771F5BE-9EA4-419F-A5E9-D22CB567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06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08DA42C-D93F-4E77-8B9E-8D8D8B6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11329-B37E-41A0-AF36-DF2F0716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86A4D6-0D72-46DA-8B15-970E9D66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Assistant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3C41735-4E68-45F9-AE71-F6FB3F5C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대화를 Markdown으로 저장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4FD2CB2-1C52-47AF-8DCF-BA9F18B4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질문·답변·근거를 파일로 보관합니다.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B7E5A-3E50-4855-8B9D-DB65EC322A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54a4f750345f0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4AB3A5A-EA92-4A81-9127-7718C36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2D1A0F32-CA1A-47A3-90FD-77FF314C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대화 내보내기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52C5225F-24EB-4801-A75D-21645A52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대화 내보내기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53C97-0BDC-4BEA-B3CB-9A7D8FFF9F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dd8d4bd3643b1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255DB5B2-2DF3-4145-83FE-23716B48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9FFADE5-307D-45E0-BDA6-C135A98B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다운로드 파일 열기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903A49D9-CBD5-4042-BA50-2A625C8A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다운로드한 .md 파일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94608-755A-4E9F-9276-05DD053162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56d2478ea4679"/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CAD39252-9295-4BAD-BC4F-5ADF43F7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5D69A382-1E9C-433D-B878-857DEDEB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기록과 근거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0471233C-E7B9-4A53-89BC-663FE36C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질문 · 답변 · UTC 시각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· 근거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C5FB1-17E1-4694-9A7C-AE4F8CF9BA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e52be0c444ca5"/>
          <a:srcRect xmlns:a="http://schemas.openxmlformats.org/drawingml/2006/main" l="19517" t="27090" r="1982" b="38907"/>
          <a:stretch xmlns:a="http://schemas.openxmlformats.org/drawingml/2006/main"/>
        </p:blipFill>
        <p:spPr>
          <a:xfrm xmlns:a="http://schemas.openxmlformats.org/drawingml/2006/main">
            <a:off x="4191000" y="2724598"/>
            <a:ext cx="10439400" cy="3485254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AB16796-98ED-4DE8-8F48-5D6E97B4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E69E0-E516-470D-86FC-FB49C06598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cea18fee14e27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AD64B04E-2D76-444D-A3BE-72827976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빈 대화에서는 비활성입니다. 파일이 없으면 브라우저 다운로드 알림과 차단 상태를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60C66-69D3-405C-8F43-B6AD63C2F0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a9bb25089442c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BB52D326-67A9-4E35-934F-A1AD7286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최대 100개 메시지를 Markdown으로 저장합니다.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키와 내부 세션 인증 정보는 제외합니다.</a:t>
            </a:r>
          </a:p>
        </p:txBody>
      </p:sp>
    </p:spTree>
    <p:extLst>
      <p:ext uri="{BB962C8B-B14F-4D97-AF65-F5344CB8AC3E}">
        <p14:creationId xmlns:p14="http://schemas.microsoft.com/office/powerpoint/2010/main" val="18134633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">
            <a:extLst xmlns:a="http://schemas.openxmlformats.org/drawingml/2006/main">
              <a:ext uri="{FF2B5EF4-FFF2-40B4-BE49-F238E27FC236}">
                <a16:creationId xmlns:a16="http://schemas.microsoft.com/office/drawing/2014/main" id="{12CBD1CF-8120-43E2-B822-CBC7D8F5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07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F8B46CB-7B2F-4FD5-8A80-8D2BB061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9BFD5-6F96-4D6C-90C3-B047EDB4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11C9FE2-B10A-4A43-A381-579DDBBF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Assistant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E2326E1-CEDA-4226-A2EB-F9988E88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대화 맥락 비우고 새로 시작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F84535E-1DD6-4270-AC56-88B4BC05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이전 대화를 보관한 뒤 새 조회를 시작합니다.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211FB-37F5-4318-85DC-A408881CE6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a2733e2db4b5d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2A535D1-A1EF-4EBA-A52F-3BA430B6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124E823-BF74-48B5-B266-6441771E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보관할 대화 저장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4E23307-D697-424A-BD3D-AFCF49DF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필요한 대화 먼저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내보내기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BE58E-EFBA-49BF-BEF6-5F3945ACB1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0fea6599142e0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5B998A0-AD97-49E4-90D1-369C2DC1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33552E3A-CE63-4535-BE75-19470AEE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새 대화 시작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37F08FD2-B26C-4E28-A815-024A70B9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새 대화 +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877ED-6EF1-4F4F-B2E2-B18BC1A225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23b604cee440d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6F65E126-D30A-4F9D-9FA6-30BE28B7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D5400A02-64F6-425E-BC0A-6F291B9D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초기 상태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D67DD12B-F5A9-4693-8E8A-E37B89A7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빈 목록 · 내보내기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비활성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EEE96-FB72-49AD-9A51-95B7A00F4C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bf7c4b2b24d62"/>
          <a:srcRect xmlns:a="http://schemas.openxmlformats.org/drawingml/2006/main" l="19517" t="20177" r="1982" b="48231"/>
          <a:stretch xmlns:a="http://schemas.openxmlformats.org/drawingml/2006/main"/>
        </p:blipFill>
        <p:spPr>
          <a:xfrm xmlns:a="http://schemas.openxmlformats.org/drawingml/2006/main">
            <a:off x="4804557" y="2305050"/>
            <a:ext cx="9212287" cy="2857500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2565A-B67F-413F-868B-D6E9951F87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66e12a6a0489c"/>
          <a:stretch xmlns:a="http://schemas.openxmlformats.org/drawingml/2006/main"/>
        </p:blipFill>
        <p:spPr>
          <a:xfrm xmlns:a="http://schemas.openxmlformats.org/drawingml/2006/main">
            <a:off x="4191000" y="5273345"/>
            <a:ext cx="1714500" cy="1321461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25B45-0900-4983-B685-E5A0078D2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08088c38f4ed3"/>
          <a:stretch xmlns:a="http://schemas.openxmlformats.org/drawingml/2006/main"/>
        </p:blipFill>
        <p:spPr>
          <a:xfrm xmlns:a="http://schemas.openxmlformats.org/drawingml/2006/main">
            <a:off x="6210300" y="55816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22" name="text-15">
            <a:extLst xmlns:a="http://schemas.openxmlformats.org/drawingml/2006/main">
              <a:ext uri="{FF2B5EF4-FFF2-40B4-BE49-F238E27FC236}">
                <a16:creationId xmlns:a16="http://schemas.microsoft.com/office/drawing/2014/main" id="{72624E16-DDE5-4273-A7C0-2F337D04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sp>
        <p:nvSpPr>
          <p:cNvPr id="23" name="text-16">
            <a:extLst xmlns:a="http://schemas.openxmlformats.org/drawingml/2006/main">
              <a:ext uri="{FF2B5EF4-FFF2-40B4-BE49-F238E27FC236}">
                <a16:creationId xmlns:a16="http://schemas.microsoft.com/office/drawing/2014/main" id="{49169A1B-4D47-48B8-A0B3-33F14C7B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E80315-00DA-4E88-A0E2-7B606F971F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00fac5fd3497c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5" name="text-17">
            <a:extLst xmlns:a="http://schemas.openxmlformats.org/drawingml/2006/main">
              <a:ext uri="{FF2B5EF4-FFF2-40B4-BE49-F238E27FC236}">
                <a16:creationId xmlns:a16="http://schemas.microsoft.com/office/drawing/2014/main" id="{C5DACD1A-7224-4F5B-8326-54447003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새 대화는 영구 기록·감사 원장 삭제가 아닙니다. 서버 대화는 세션·역할·자산별로 15분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유지됩니다.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D0616-37F4-4DEC-BD26-6EDE9694A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53ffd14d34c34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7" name="text-18">
            <a:extLst xmlns:a="http://schemas.openxmlformats.org/drawingml/2006/main">
              <a:ext uri="{FF2B5EF4-FFF2-40B4-BE49-F238E27FC236}">
                <a16:creationId xmlns:a16="http://schemas.microsoft.com/office/drawing/2014/main" id="{7DA55E5E-1459-4E9A-864A-A28C43E6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‘새 대화를 시작했습니다’가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역할·자산을 변경할 때도 새 대화가 시작됩니다.</a:t>
            </a:r>
          </a:p>
        </p:txBody>
      </p:sp>
    </p:spTree>
    <p:extLst>
      <p:ext uri="{BB962C8B-B14F-4D97-AF65-F5344CB8AC3E}">
        <p14:creationId xmlns:p14="http://schemas.microsoft.com/office/powerpoint/2010/main" val="9745081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85C50570-427A-4419-A4C3-76227CAD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C3752F70-477E-432E-9AEF-2F182D88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5AD0A-EE84-4C8D-BD83-A8C36332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5EDD4653-7659-4EF0-B3C9-EE4D2A42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Assistant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4BD4020D-CBFB-4BA8-97FA-458FB03C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상세 절차와 다음 확인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DA4164C0-BBC5-416B-AC7E-A318578C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슬라이드의 조작 순서를 상세 원문과 함께 사용할 수 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86F19-D633-4872-ADC3-181981F635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544aa9a784633"/>
          <a:stretch xmlns:a="http://schemas.openxmlformats.org/drawingml/2006/main"/>
        </p:blipFill>
        <p:spPr>
          <a:xfrm xmlns:a="http://schemas.openxmlformats.org/drawingml/2006/main">
            <a:off x="685800" y="2800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0C07CB45-BB69-4F21-8AC6-40376619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솔루션별 Markdown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A8998CF3-D55A-4847-8CF4-1D34E6A5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81375"/>
            <a:ext cx="1276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chapters/06-assistant.md  /  전체 단계·기대 결과·문제 해결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4ABE3-C538-4075-8E49-D0A3D1C68C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d6a4fc03b4d5c"/>
          <a:stretch xmlns:a="http://schemas.openxmlformats.org/drawingml/2006/main"/>
        </p:blipFill>
        <p:spPr>
          <a:xfrm xmlns:a="http://schemas.openxmlformats.org/drawingml/2006/main">
            <a:off x="685800" y="45720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8F468A7C-07C0-4E8E-8ED7-B1301766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값과 근거 확인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7AC33AD6-9A1E-4E2F-99D2-A9F0E442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53025"/>
            <a:ext cx="1276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품질·원본 시각·데모 모드와 미연결 상태를 함께 확인합니다.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F35D9-8BCB-46AF-82D2-D43E2507C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fa3992fb14d39"/>
          <a:stretch xmlns:a="http://schemas.openxmlformats.org/drawingml/2006/main"/>
        </p:blipFill>
        <p:spPr>
          <a:xfrm xmlns:a="http://schemas.openxmlformats.org/drawingml/2006/main">
            <a:off x="685800" y="63341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4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19CB359F-BF57-4EB9-96F3-6C334399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96025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포트폴리오 사용 안내</a:t>
            </a:r>
          </a:p>
        </p:txBody>
      </p:sp>
      <p:sp>
        <p:nvSpPr>
          <p:cNvPr id="15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DA5A0A3D-10B1-4584-A41B-0EC7E2DB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15150"/>
            <a:ext cx="1276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D8270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1acd7b8216b944d3"/>
              </a:rPr>
              <a:t>https://dubukimch.github.io/manual-assistant.html</a:t>
            </a:r>
          </a:p>
        </p:txBody>
      </p:sp>
    </p:spTree>
    <p:extLst>
      <p:ext uri="{BB962C8B-B14F-4D97-AF65-F5344CB8AC3E}">
        <p14:creationId xmlns:p14="http://schemas.microsoft.com/office/powerpoint/2010/main" val="1734059073"/>
      </p:ext>
    </p:extLst>
  </p:cSld>
</p:sld>
</file>

<file path=ppt/theme/source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source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10</ap:Slides>
  <ap:Notes>0</ap:Notes>
  <ap:HiddenSlides>0</ap:HiddenSlides>
  <ap:SharedDoc>false</ap:SharedDoc>
  <ap:DocSecurity>0</ap:DocSecurity>
</ap:Properties>
</file>

<file path=docProps/source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2026-10-24T02:40:07.4580000Z</dcterms:created>
  <dcterms:modified xsi:type="dcterms:W3CDTF">2026-10-24T02:40:07.4580000Z</dcterms:modified>
</coreProperties>
</file>