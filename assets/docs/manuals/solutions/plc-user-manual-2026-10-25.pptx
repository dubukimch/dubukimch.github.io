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entation.xml" ContentType="application/vnd.openxmlformats-officedocument.presentationml.presentation.main+xml"/>
  <Override PartName="/ppt/theme/source_theme1.xml" ContentType="application/vnd.openxmlformats-officedocument.theme+xml"/>
  <Override PartName="/ppt/slideMasters/source_slideMaster1.xml" ContentType="application/vnd.openxmlformats-officedocument.presentationml.slideMaster+xml"/>
  <Override PartName="/ppt/slideMasters/theme/source_theme2.xml" ContentType="application/vnd.openxmlformats-officedocument.theme+xml"/>
  <Override PartName="/ppt/slideLayouts/source_slideLayout1.xml" ContentType="application/vnd.openxmlformats-officedocument.presentationml.slideLayout+xml"/>
  <Override PartName="/ppt/slideLayouts/source_slideLayout2.xml" ContentType="application/vnd.openxmlformats-officedocument.presentationml.slideLayout+xml"/>
  <Override PartName="/ppt/slideLayouts/source_slideLayout3.xml" ContentType="application/vnd.openxmlformats-officedocument.presentationml.slideLayout+xml"/>
  <Override PartName="/ppt/slideLayouts/source_slideLayout4.xml" ContentType="application/vnd.openxmlformats-officedocument.presentationml.slideLayout+xml"/>
  <Override PartName="/ppt/slideLayouts/source_slideLayout5.xml" ContentType="application/vnd.openxmlformats-officedocument.presentationml.slideLayout+xml"/>
  <Override PartName="/ppt/slideLayouts/source_slideLayout6.xml" ContentType="application/vnd.openxmlformats-officedocument.presentationml.slideLayout+xml"/>
  <Override PartName="/ppt/notesMasters/source_notesMaster1.xml" ContentType="application/vnd.openxmlformats-officedocument.presentationml.notesMaster+xml"/>
  <Override PartName="/ppt/notesMasters/theme/source_theme3.xml" ContentType="application/vnd.openxmlformats-officedocument.theme+xml"/>
  <Override PartName="/ppt/source_presProps.xml" ContentType="application/vnd.openxmlformats-officedocument.presentationml.presProps+xml"/>
  <Override PartName="/ppt/source_tableStyles.xml" ContentType="application/vnd.openxmlformats-officedocument.presentationml.tableStyles+xml"/>
  <Override PartName="/ppt/slideLayouts/extra_slideLayout6.xml" ContentType="application/vnd.openxmlformats-officedocument.presentationml.slideLayout+xml"/>
  <Override PartName="/ppt/slideMasters/extra_slideMaster1.xml" ContentType="application/vnd.openxmlformats-officedocument.presentationml.slideMaster+xml"/>
  <Override PartName="/ppt/slideMasters/theme/extra_theme2.xml" ContentType="application/vnd.openxmlformats-officedocument.theme+xml"/>
  <Override PartName="/ppt/slideLayouts/extra_slideLayout1.xml" ContentType="application/vnd.openxmlformats-officedocument.presentationml.slideLayout+xml"/>
  <Override PartName="/ppt/slideLayouts/extra_slideLayout2.xml" ContentType="application/vnd.openxmlformats-officedocument.presentationml.slideLayout+xml"/>
  <Override PartName="/ppt/slideLayouts/extra_slideLayout3.xml" ContentType="application/vnd.openxmlformats-officedocument.presentationml.slideLayout+xml"/>
  <Override PartName="/ppt/slideLayouts/extra_slideLayout4.xml" ContentType="application/vnd.openxmlformats-officedocument.presentationml.slideLayout+xml"/>
  <Override PartName="/ppt/slideLayouts/extra_slideLayout5.xml" ContentType="application/vnd.openxmlformats-officedocument.presentationml.slideLayout+xml"/>
  <Override PartName="/ppt/notesSlides/extra_notesSlide1.xml" ContentType="application/vnd.openxmlformats-officedocument.presentationml.notesSlide+xml"/>
  <Override PartName="/ppt/notesMasters/extra_notesMaster1.xml" ContentType="application/vnd.openxmlformats-officedocument.presentationml.notesMaster+xml"/>
  <Override PartName="/ppt/notesMasters/theme/extra_theme3.xml" ContentType="application/vnd.openxmlformats-officedocument.theme+xml"/>
  <Override PartName="/ppt/notesSlides/extra_notesSlide2.xml" ContentType="application/vnd.openxmlformats-officedocument.presentationml.notesSlide+xml"/>
  <Override PartName="/ppt/notesSlides/source_notesSlide7.xml" ContentType="application/vnd.openxmlformats-officedocument.presentationml.notesSlide+xml"/>
  <Override PartName="/ppt/notesSlides/source_notesSlide8.xml" ContentType="application/vnd.openxmlformats-officedocument.presentationml.notesSlide+xml"/>
  <Override PartName="/ppt/notesSlides/source_notesSlide9.xml" ContentType="application/vnd.openxmlformats-officedocument.presentationml.notesSlide+xml"/>
  <Override PartName="/ppt/notesSlides/source_notesSlide10.xml" ContentType="application/vnd.openxmlformats-officedocument.presentationml.notesSlide+xml"/>
  <Override PartName="/ppt/notesSlides/source_notesSlide11.xml" ContentType="application/vnd.openxmlformats-officedocument.presentationml.notesSlide+xml"/>
  <Override PartName="/ppt/notesSlides/extra_notesSlide3.xml" ContentType="application/vnd.openxmlformats-officedocument.presentationml.notesSlide+xml"/>
  <Override PartName="/docProps/source_app.xml" ContentType="application/vnd.openxmlformats-officedocument.extended-properties+xml"/>
</Types>
</file>

<file path=_rels/.rels><?xml version='1.0' encoding='UTF-8' standalone='yes'?>
<Relationships xmlns="http://schemas.openxmlformats.org/package/2006/relationships"><Relationship Type="http://schemas.openxmlformats.org/package/2006/relationships/metadata/core-properties" Target="docProps/source_core.xml" Id="R5b3c5ac7032f4f82"/><Relationship Type="http://schemas.openxmlformats.org/officeDocument/2006/relationships/extended-properties" Target="docProps/source_app.xml" Id="Rb1b1fc5132834f1f"/><Relationship Type="http://schemas.openxmlformats.org/officeDocument/2006/relationships/officeDocument" Target="ppt/presentation.xml" Id="Re43eb32cc6894ac1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112f63f21cf4c05"/>
    <p:sldMasterId xmlns:r="http://schemas.openxmlformats.org/officeDocument/2006/relationships" id="2147483649" r:id="rId9"/>
  </p:sldMasterIdLst>
  <p:notesMasterIdLst>
    <p:notesMasterId xmlns:r="http://schemas.openxmlformats.org/officeDocument/2006/relationships" r:id="R5de2ceb46f584637"/>
    <p:notesMasterId xmlns:r="http://schemas.openxmlformats.org/officeDocument/2006/relationships" r:id="rId10"/>
  </p:notesMasterIdLst>
  <p:sldIdLst>
    <p:sldId xmlns:ns0="http://schemas.openxmlformats.org/officeDocument/2006/relationships" id="256" ns0:id="rId1"/>
    <p:sldId xmlns:ns1="http://schemas.openxmlformats.org/officeDocument/2006/relationships" id="257" ns1:id="rId2"/>
    <p:sldId xmlns:ns2="http://schemas.openxmlformats.org/officeDocument/2006/relationships" id="258" ns2:id="rId3"/>
    <p:sldId xmlns:ns3="http://schemas.openxmlformats.org/officeDocument/2006/relationships" id="259" ns3:id="rId4"/>
    <p:sldId xmlns:ns4="http://schemas.openxmlformats.org/officeDocument/2006/relationships" id="260" ns4:id="rId5"/>
    <p:sldId xmlns:ns5="http://schemas.openxmlformats.org/officeDocument/2006/relationships" id="261" ns5:id="rId6"/>
    <p:sldId xmlns:ns6="http://schemas.openxmlformats.org/officeDocument/2006/relationships" id="262" ns6:id="rId7"/>
    <p:sldId xmlns:ns7="http://schemas.openxmlformats.org/officeDocument/2006/relationships" id="263" ns7:id="rId8"/>
  </p:sldIdLst>
  <p:sldSz cx="15240000" cy="8572500"/>
  <p:notesSz cx="6858000" cy="9144000"/>
</p:presentation>
</file>

<file path=ppt/source_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source_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Type="http://schemas.openxmlformats.org/officeDocument/2006/relationships/theme" Target="theme/source_theme1.xml" Id="R45b96b3d753b4a86"/><Relationship Type="http://schemas.openxmlformats.org/officeDocument/2006/relationships/slideMaster" Target="slideMasters/source_slideMaster1.xml" Id="Rf112f63f21cf4c05"/><Relationship Type="http://schemas.openxmlformats.org/officeDocument/2006/relationships/notesMaster" Target="notesMasters/source_notesMaster1.xml" Id="R5de2ceb46f584637"/><Relationship Type="http://schemas.openxmlformats.org/officeDocument/2006/relationships/presProps" Target="source_presProps.xml" Id="Rdaa320f98332448e"/><Relationship Type="http://schemas.openxmlformats.org/officeDocument/2006/relationships/tableStyles" Target="source_tableStyles.xml" Id="R02321799aef248d6"/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Master" Target="slideMasters/extra_slideMaster1.xml"/><Relationship Id="rId10" Type="http://schemas.openxmlformats.org/officeDocument/2006/relationships/notesMaster" Target="notesMasters/extra_notesMaster1.xml"/></Relationships>
</file>

<file path=ppt/notesMasters/_rels/extra_notesMaster1.xml.rels><?xml version='1.0' encoding='UTF-8' standalone='yes'?>
<Relationships xmlns="http://schemas.openxmlformats.org/package/2006/relationships"><Relationship Type="http://schemas.openxmlformats.org/officeDocument/2006/relationships/theme" Target="theme/extra_theme3.xml" Id="R201cf8d9ed664539"/></Relationships>
</file>

<file path=ppt/notesMasters/_rels/source_notesMaster1.xml.rels><?xml version='1.0' encoding='UTF-8' standalone='yes'?>
<Relationships xmlns="http://schemas.openxmlformats.org/package/2006/relationships"><Relationship Type="http://schemas.openxmlformats.org/officeDocument/2006/relationships/theme" Target="theme/source_theme3.xml" Id="R7f8d146e9f2b48fd"/></Relationships>
</file>

<file path=ppt/notesMasters/extra_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source_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extra_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Masters/theme/source_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extra_notesSlide1.xml.rels><?xml version='1.0' encoding='UTF-8' standalone='yes'?>
<Relationships xmlns="http://schemas.openxmlformats.org/package/2006/relationships"><Relationship Type="http://schemas.openxmlformats.org/officeDocument/2006/relationships/slide" Target="../slides/slide1.xml" Id="R281f6064a7854134"/><Relationship Type="http://schemas.openxmlformats.org/officeDocument/2006/relationships/notesMaster" Target="../notesMasters/extra_notesMaster1.xml" Id="R2b08cdb5b5b4406a"/></Relationships>
</file>

<file path=ppt/notesSlides/_rels/extra_notesSlide2.xml.rels><?xml version='1.0' encoding='UTF-8' standalone='yes'?>
<Relationships xmlns="http://schemas.openxmlformats.org/package/2006/relationships"><Relationship Type="http://schemas.openxmlformats.org/officeDocument/2006/relationships/slide" Target="../slides/slide2.xml" Id="R9a74bfd7ae3b4d49"/><Relationship Type="http://schemas.openxmlformats.org/officeDocument/2006/relationships/notesMaster" Target="../notesMasters/extra_notesMaster1.xml" Id="Rd4ef1e534a324bd8"/></Relationships>
</file>

<file path=ppt/notesSlides/_rels/extra_notesSlide3.xml.rels><?xml version='1.0' encoding='UTF-8' standalone='yes'?>
<Relationships xmlns="http://schemas.openxmlformats.org/package/2006/relationships"><Relationship Type="http://schemas.openxmlformats.org/officeDocument/2006/relationships/slide" Target="../slides/slide8.xml" Id="R5afc59fed1584573"/><Relationship Type="http://schemas.openxmlformats.org/officeDocument/2006/relationships/notesMaster" Target="../notesMasters/extra_notesMaster1.xml" Id="Rc5d9e26b0621444d"/></Relationships>
</file>

<file path=ppt/notesSlides/_rels/source_notesSlide7.xml.rels><?xml version='1.0' encoding='UTF-8' standalone='yes'?>
<Relationships xmlns="http://schemas.openxmlformats.org/package/2006/relationships"><Relationship Type="http://schemas.openxmlformats.org/officeDocument/2006/relationships/slide" Target="../slides/slide3.xml" Id="R4af2dbf621154078"/><Relationship Type="http://schemas.openxmlformats.org/officeDocument/2006/relationships/notesMaster" Target="../notesMasters/source_notesMaster1.xml" Id="R36571fa67848486a"/></Relationships>
</file>

<file path=ppt/notesSlides/_rels/source_notesSlide8.xml.rels><?xml version='1.0' encoding='UTF-8' standalone='yes'?>
<Relationships xmlns="http://schemas.openxmlformats.org/package/2006/relationships"><Relationship Type="http://schemas.openxmlformats.org/officeDocument/2006/relationships/slide" Target="../slides/slide4.xml" Id="Re4618c87df104d03"/><Relationship Type="http://schemas.openxmlformats.org/officeDocument/2006/relationships/notesMaster" Target="../notesMasters/source_notesMaster1.xml" Id="Re190e2179f0a4d29"/></Relationships>
</file>

<file path=ppt/notesSlides/_rels/source_notesSlide9.xml.rels><?xml version='1.0' encoding='UTF-8' standalone='yes'?>
<Relationships xmlns="http://schemas.openxmlformats.org/package/2006/relationships"><Relationship Type="http://schemas.openxmlformats.org/officeDocument/2006/relationships/slide" Target="../slides/slide5.xml" Id="R974d310b1ffa471f"/><Relationship Type="http://schemas.openxmlformats.org/officeDocument/2006/relationships/notesMaster" Target="../notesMasters/source_notesMaster1.xml" Id="Rbdaa73e4728046f6"/></Relationships>
</file>

<file path=ppt/notesSlides/_rels/source_notesSlide10.xml.rels><?xml version='1.0' encoding='UTF-8' standalone='yes'?>
<Relationships xmlns="http://schemas.openxmlformats.org/package/2006/relationships"><Relationship Type="http://schemas.openxmlformats.org/officeDocument/2006/relationships/slide" Target="../slides/slide6.xml" Id="R60e97aa62cda4752"/><Relationship Type="http://schemas.openxmlformats.org/officeDocument/2006/relationships/notesMaster" Target="../notesMasters/source_notesMaster1.xml" Id="Rf9edea8036c84992"/></Relationships>
</file>

<file path=ppt/notesSlides/_rels/source_notesSlide11.xml.rels><?xml version='1.0' encoding='UTF-8' standalone='yes'?>
<Relationships xmlns="http://schemas.openxmlformats.org/package/2006/relationships"><Relationship Type="http://schemas.openxmlformats.org/officeDocument/2006/relationships/slide" Target="../slides/slide7.xml" Id="R93f063152afa404a"/><Relationship Type="http://schemas.openxmlformats.org/officeDocument/2006/relationships/notesMaster" Target="../notesMasters/source_notesMaster1.xml" Id="Rfae17cb0947c48a6"/></Relationships>
</file>

<file path=ppt/notesSlides/extra_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"source": "data/01-plc.json",</a:t>
            </a:r>
          </a:p>
          <a:p xmlns:a="http://schemas.openxmlformats.org/drawingml/2006/main">
            <a:r>
              <a:t>  "scope": "가상 PLC의 상태 조회, 원본 태그 관측·검색, 가상 Ladder 단일 스캔과 통신 로그 확인. 설비 시뮬레이션의 모터·컨베이어 그림은 가상 장치이며 물리 설비의 운전을 증명하지 않습니다.",</a:t>
            </a:r>
          </a:p>
          <a:p xmlns:a="http://schemas.openxmlformats.org/drawingml/2006/main">
            <a:r>
              <a:t>  "prerequisites": [</a:t>
            </a:r>
          </a:p>
          <a:p xmlns:a="http://schemas.openxmlformats.org/drawingml/2006/main">
            <a:r>
              <a:t>    "로컬 PLC Studio 서버가 http://127.0.0.1:5180/ 에서 실행 중이어야 합니다. 파일을 직접 여는 file:// 미리보기에서는 통신할 수 없습니다.",</a:t>
            </a:r>
          </a:p>
          <a:p xmlns:a="http://schemas.openxmlformats.org/drawingml/2006/main">
            <a:r>
              <a:t>    "태그 조회에는 적어도 하나의 활성 드라이버가 필요합니다. 드라이버의 Enabled 상태와 Connected 상태는 서로 다릅니다.",</a:t>
            </a:r>
          </a:p>
          <a:p xmlns:a="http://schemas.openxmlformats.org/drawingml/2006/main">
            <a:r>
              <a:t>    "Ladder 실습은 다른 사용자의 운전과 겹치지 않는 가상 실습 환경에서 진행합니다. 아래 단일 스캔 실습은 PLC 드라이버 태그 연결이 모두 '가상 I/O'인 경우를 전제로 합니다.",</a:t>
            </a:r>
          </a:p>
          <a:p xmlns:a="http://schemas.openxmlformats.org/drawingml/2006/main">
            <a:r>
              <a:t>    "화면 수치와 접속 상태는 캡처 시점의 값입니다. 고정된 드라이버 수나 태그 수를 정상 판정 기준으로 사용하지 않습니다."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"sourceCapturePreserved": true,</a:t>
            </a:r>
          </a:p>
          <a:p xmlns:a="http://schemas.openxmlformats.org/drawingml/2006/main">
            <a:r>
              <a:t>  "edition": "2026-10-25"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extra_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"source": "data/01-plc.json",</a:t>
            </a:r>
          </a:p>
          <a:p xmlns:a="http://schemas.openxmlformats.org/drawingml/2006/main">
            <a:r>
              <a:t>  "scope": "가상 PLC의 상태 조회, 원본 태그 관측·검색, 가상 Ladder 단일 스캔과 통신 로그 확인. 설비 시뮬레이션의 모터·컨베이어 그림은 가상 장치이며 물리 설비의 운전을 증명하지 않습니다.",</a:t>
            </a:r>
          </a:p>
          <a:p xmlns:a="http://schemas.openxmlformats.org/drawingml/2006/main">
            <a:r>
              <a:t>  "prerequisites": [</a:t>
            </a:r>
          </a:p>
          <a:p xmlns:a="http://schemas.openxmlformats.org/drawingml/2006/main">
            <a:r>
              <a:t>    "로컬 PLC Studio 서버가 http://127.0.0.1:5180/ 에서 실행 중이어야 합니다. 파일을 직접 여는 file:// 미리보기에서는 통신할 수 없습니다.",</a:t>
            </a:r>
          </a:p>
          <a:p xmlns:a="http://schemas.openxmlformats.org/drawingml/2006/main">
            <a:r>
              <a:t>    "태그 조회에는 적어도 하나의 활성 드라이버가 필요합니다. 드라이버의 Enabled 상태와 Connected 상태는 서로 다릅니다.",</a:t>
            </a:r>
          </a:p>
          <a:p xmlns:a="http://schemas.openxmlformats.org/drawingml/2006/main">
            <a:r>
              <a:t>    "Ladder 실습은 다른 사용자의 운전과 겹치지 않는 가상 실습 환경에서 진행합니다. 아래 단일 스캔 실습은 PLC 드라이버 태그 연결이 모두 '가상 I/O'인 경우를 전제로 합니다.",</a:t>
            </a:r>
          </a:p>
          <a:p xmlns:a="http://schemas.openxmlformats.org/drawingml/2006/main">
            <a:r>
              <a:t>    "화면 수치와 접속 상태는 캡처 시점의 값입니다. 고정된 드라이버 수나 태그 수를 정상 판정 기준으로 사용하지 않습니다."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"url": "http://127.0.0.1:5180/"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extra_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"source": "data/01-plc.json",</a:t>
            </a:r>
          </a:p>
          <a:p xmlns:a="http://schemas.openxmlformats.org/drawingml/2006/main">
            <a:r>
              <a:t>  "scope": "가상 PLC의 상태 조회, 원본 태그 관측·검색, 가상 Ladder 단일 스캔과 통신 로그 확인. 설비 시뮬레이션의 모터·컨베이어 그림은 가상 장치이며 물리 설비의 운전을 증명하지 않습니다.",</a:t>
            </a:r>
          </a:p>
          <a:p xmlns:a="http://schemas.openxmlformats.org/drawingml/2006/main">
            <a:r>
              <a:t>  "sources": [</a:t>
            </a:r>
          </a:p>
          <a:p xmlns:a="http://schemas.openxmlformats.org/drawingml/2006/main">
            <a:r>
              <a:t>    "PLC_Simulation/src/PlcSimulator.Web/wwwroot/index.html",</a:t>
            </a:r>
          </a:p>
          <a:p xmlns:a="http://schemas.openxmlformats.org/drawingml/2006/main">
            <a:r>
              <a:t>    "PLC_Simulation/src/PlcSimulator.Web/wwwroot/js/app.js",</a:t>
            </a:r>
          </a:p>
          <a:p xmlns:a="http://schemas.openxmlformats.org/drawingml/2006/main">
            <a:r>
              <a:t>    "PLC_Simulation/src/PlcSimulator.Web/wwwroot/js/studio.js",</a:t>
            </a:r>
          </a:p>
          <a:p xmlns:a="http://schemas.openxmlformats.org/drawingml/2006/main">
            <a:r>
              <a:t>    "PLC_Simulation/src/PlcSimulator.Web/LadderRuntime.cs",</a:t>
            </a:r>
          </a:p>
          <a:p xmlns:a="http://schemas.openxmlformats.org/drawingml/2006/main">
            <a:r>
              <a:t>    "PLC_Simulation/src/PlcSimulator.Core/Ladder/LadderEngine.cs"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"iconLicense": "assets/design/LICENSE-Lucide.txt",</a:t>
            </a:r>
          </a:p>
          <a:p xmlns:a="http://schemas.openxmlformats.org/drawingml/2006/main">
            <a:r>
              <a:t>  "onlineGuide": "https://dubukimch.github.io/manual-plc.html",</a:t>
            </a:r>
          </a:p>
          <a:p xmlns:a="http://schemas.openxmlformats.org/drawingml/2006/main">
            <a:r>
              <a:t>  "onlineStatus": "Publication is verified separately"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source_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원본: data/01-plc.json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시작 주소: http://127.0.0.1:5180/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"operationId": "plc-overview",</a:t>
            </a:r>
          </a:p>
          <a:p xmlns:a="http://schemas.openxmlformats.org/drawingml/2006/main">
            <a:r>
              <a:t>  "title": "운영 대시보드에서 드라이버와 태그 현황 확인",</a:t>
            </a:r>
          </a:p>
          <a:p xmlns:a="http://schemas.openxmlformats.org/drawingml/2006/main">
            <a:r>
              <a:t>  "goal": "서버 연결과 활성 드라이버·연결된 PLC·실시간 태그 수를 구분해 확인합니다.",</a:t>
            </a:r>
          </a:p>
          <a:p xmlns:a="http://schemas.openxmlformats.org/drawingml/2006/main">
            <a:r>
              <a:t>  "steps": [</a:t>
            </a:r>
          </a:p>
          <a:p xmlns:a="http://schemas.openxmlformats.org/drawingml/2006/main">
            <a:r>
              <a:t>    "http://127.0.0.1:5180/ 에 접속하고 왼쪽 '대시보드'를 누릅니다. 첫 화면은 마지막 방문 메뉴에 따라 달라질 수 있습니다.",</a:t>
            </a:r>
          </a:p>
          <a:p xmlns:a="http://schemas.openxmlformats.org/drawingml/2006/main">
            <a:r>
              <a:t>    "오른쪽 위 연결 배지에서 '실시간 연결', '재연결 중' 또는 '연결 오류'를 확인합니다.",</a:t>
            </a:r>
          </a:p>
          <a:p xmlns:a="http://schemas.openxmlformats.org/drawingml/2006/main">
            <a:r>
              <a:t>    "'로드된 드라이버', '연결된 PLC', '실시간 태그', 'PLC 모델' 카드와 아래 'Driver Health' 목록의 상태를 읽습니다.",</a:t>
            </a:r>
          </a:p>
          <a:p xmlns:a="http://schemas.openxmlformats.org/drawingml/2006/main">
            <a:r>
              <a:t>    "필요하면 'PLC 네트워크 보기 →'를 눌러 노드별 ENDPOINT와 '정상 품질 태그' 비율을 확인합니다.",</a:t>
            </a:r>
          </a:p>
          <a:p xmlns:a="http://schemas.openxmlformats.org/drawingml/2006/main">
            <a:r>
              <a:t>    "원복: 왼쪽 '대시보드'를 다시 누릅니다. 이 조회와 메뉴 이동은 드라이버 설정이나 태그 값을 바꾸지 않습니다."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"expected": "서버에서 받은 현재 카운트와 각 드라이버 상태가 표시됩니다. 활성화되어 있어도 미연결일 수 있으며, 모델 카탈로그 수는 실제 연결된 장치 수가 아닙니다.",</a:t>
            </a:r>
          </a:p>
          <a:p xmlns:a="http://schemas.openxmlformats.org/drawingml/2006/main">
            <a:r>
              <a:t>  "troubleshooting": [</a:t>
            </a:r>
          </a:p>
          <a:p xmlns:a="http://schemas.openxmlformats.org/drawingml/2006/main">
            <a:r>
              <a:t>    "'파일 미리보기' 또는 '로컬 서버 실행 필요'가 보이면 브라우저에서 HTTP 주소로 다시 접속합니다.",</a:t>
            </a:r>
          </a:p>
          <a:p xmlns:a="http://schemas.openxmlformats.org/drawingml/2006/main">
            <a:r>
              <a:t>    "'연결된 PLC'가 0이면 드라이버 목록과 '로그 및 이벤트'를 함께 확인합니다. 태그 수만으로 통신 성공을 판정하지 않습니다."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"verified": true,</a:t>
            </a:r>
          </a:p>
          <a:p xmlns:a="http://schemas.openxmlformats.org/drawingml/2006/main">
            <a:r>
              <a:t>  "screenshot": "assets/screenshots/plc-overview.jpg",</a:t>
            </a:r>
          </a:p>
          <a:p xmlns:a="http://schemas.openxmlformats.org/drawingml/2006/main">
            <a:r>
              <a:t>  "evidence": {</a:t>
            </a:r>
          </a:p>
          <a:p xmlns:a="http://schemas.openxmlformats.org/drawingml/2006/main">
            <a:r>
              <a:t>    "capturedAtUtc": "2026-10-23T17:08:28.046Z",</a:t>
            </a:r>
          </a:p>
          <a:p xmlns:a="http://schemas.openxmlformats.org/drawingml/2006/main">
            <a:r>
              <a:t>    "url": "http://127.0.0.1:5180/",</a:t>
            </a:r>
          </a:p>
          <a:p xmlns:a="http://schemas.openxmlformats.org/drawingml/2006/main">
            <a:r>
              <a:t>    "observed": "대시보드에서4개연결드라이버/24개태그와모의소스표시 확인",</a:t>
            </a:r>
          </a:p>
          <a:p xmlns:a="http://schemas.openxmlformats.org/drawingml/2006/main">
            <a:r>
              <a:t>    "sha256": "cfcd5e9dfea29a1baa0d4081c1229b22cc32faa5e28694dd4358126e5138c0f8"</a:t>
            </a:r>
          </a:p>
          <a:p xmlns:a="http://schemas.openxmlformats.org/drawingml/2006/main">
            <a:r>
              <a:t>  }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아이콘: Lucide. 원본 및 라이선스 assets/design/icon-provenance.json, LICENSE-Lucide.txt.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PLC_Simulation/src/PlcSimulator.Web/wwwroot/index.html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PLC_Simulation/src/PlcSimulator.Web/wwwroot/js/app.js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PLC_Simulation/src/PlcSimulator.Web/wwwroot/js/studio.js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PLC_Simulation/src/PlcSimulator.Web/LadderRuntime.cs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PLC_Simulation/src/PlcSimulator.Core/Ladder/LadderEngine.cs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source_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원본: data/01-plc.json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시작 주소: http://127.0.0.1:5180/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"operationId": "plc-tags",</a:t>
            </a:r>
          </a:p>
          <a:p xmlns:a="http://schemas.openxmlformats.org/drawingml/2006/main">
            <a:r>
              <a:t>  "title": "태그의 원본 값·품질·수집 시각 확인",</a:t>
            </a:r>
          </a:p>
          <a:p xmlns:a="http://schemas.openxmlformats.org/drawingml/2006/main">
            <a:r>
              <a:t>  "goal": "태그 이름뿐 아니라 주소, 데이터 형식, 품질과 갱신 시각을 함께 읽습니다.",</a:t>
            </a:r>
          </a:p>
          <a:p xmlns:a="http://schemas.openxmlformats.org/drawingml/2006/main">
            <a:r>
              <a:t>  "steps": [</a:t>
            </a:r>
          </a:p>
          <a:p xmlns:a="http://schemas.openxmlformats.org/drawingml/2006/main">
            <a:r>
              <a:t>    "왼쪽 '태그 모니터'를 누릅니다. 'Tag Explorer'와 'Data Monitor &amp; Editor'가 나란히 표시됩니다.",</a:t>
            </a:r>
          </a:p>
          <a:p xmlns:a="http://schemas.openxmlformats.org/drawingml/2006/main">
            <a:r>
              <a:t>    "Tag Explorer에서 확인할 태그를 선택하고 표에서 Address, Name, Driver, Type을 대조합니다.",</a:t>
            </a:r>
          </a:p>
          <a:p xmlns:a="http://schemas.openxmlformats.org/drawingml/2006/main">
            <a:r>
              <a:t>    "Value, Quality, Timestamp를 함께 확인합니다. Timestamp는 브라우저의 로컬 시간 표기입니다.",</a:t>
            </a:r>
          </a:p>
          <a:p xmlns:a="http://schemas.openxmlformats.org/drawingml/2006/main">
            <a:r>
              <a:t>    "오른쪽 'Refresh'를 눌러 현재 서버 스냅샷을 다시 가져옵니다. 평상시에는 실시간 연결로 값과 시각이 갱신됩니다.",</a:t>
            </a:r>
          </a:p>
          <a:p xmlns:a="http://schemas.openxmlformats.org/drawingml/2006/main">
            <a:r>
              <a:t>    "원복: 조회만 수행했다면 원복할 설정이 없습니다. 이 절차에서는 'Write'를 누르지 않습니다."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"expected": "표에 드라이버가 제공한 값과 품질이 표시됩니다. GOOD은 해당 태그의 품질 정보이며, 값이 존재한다는 사실만으로 전체 설비가 정상이라는 뜻은 아닙니다.",</a:t>
            </a:r>
          </a:p>
          <a:p xmlns:a="http://schemas.openxmlformats.org/drawingml/2006/main">
            <a:r>
              <a:t>  "troubleshooting": [</a:t>
            </a:r>
          </a:p>
          <a:p xmlns:a="http://schemas.openxmlformats.org/drawingml/2006/main">
            <a:r>
              <a:t>    "'No tags discovered'이면 드라이버 활성화와 연결 상태를 먼저 확인합니다.",</a:t>
            </a:r>
          </a:p>
          <a:p xmlns:a="http://schemas.openxmlformats.org/drawingml/2006/main">
            <a:r>
              <a:t>    "시각이 멈추거나 GOOD 이외의 품질이 표시되면 Refresh 후 로그를 확인합니다. 이전에 보인 값을 최신 데이터로 기록하지 않습니다."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"verified": true,</a:t>
            </a:r>
          </a:p>
          <a:p xmlns:a="http://schemas.openxmlformats.org/drawingml/2006/main">
            <a:r>
              <a:t>  "screenshot": "assets/screenshots/plc-tags.jpg",</a:t>
            </a:r>
          </a:p>
          <a:p xmlns:a="http://schemas.openxmlformats.org/drawingml/2006/main">
            <a:r>
              <a:t>  "evidence": {</a:t>
            </a:r>
          </a:p>
          <a:p xmlns:a="http://schemas.openxmlformats.org/drawingml/2006/main">
            <a:r>
              <a:t>    "capturedAtUtc": "2026-10-23T17:08:28.552Z",</a:t>
            </a:r>
          </a:p>
          <a:p xmlns:a="http://schemas.openxmlformats.org/drawingml/2006/main">
            <a:r>
              <a:t>    "url": "http://127.0.0.1:5180/",</a:t>
            </a:r>
          </a:p>
          <a:p xmlns:a="http://schemas.openxmlformats.org/drawingml/2006/main">
            <a:r>
              <a:t>    "observed": "전체24태그의값/품질/타임스탬프 표시",</a:t>
            </a:r>
          </a:p>
          <a:p xmlns:a="http://schemas.openxmlformats.org/drawingml/2006/main">
            <a:r>
              <a:t>    "sha256": "c362c4394d8823b5e799f69d2b1ec10d5829ca03552a48c98089dfb6f7077762"</a:t>
            </a:r>
          </a:p>
          <a:p xmlns:a="http://schemas.openxmlformats.org/drawingml/2006/main">
            <a:r>
              <a:t>  }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아이콘: Lucide. 원본 및 라이선스 assets/design/icon-provenance.json, LICENSE-Lucide.txt.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PLC_Simulation/src/PlcSimulator.Web/wwwroot/index.html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PLC_Simulation/src/PlcSimulator.Web/wwwroot/js/app.js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PLC_Simulation/src/PlcSimulator.Web/wwwroot/js/studio.js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PLC_Simulation/src/PlcSimulator.Web/LadderRuntime.cs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PLC_Simulation/src/PlcSimulator.Core/Ladder/LadderEngine.cs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source_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원본: data/01-plc.json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시작 주소: http://127.0.0.1:5180/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"operationId": "plc-filter",</a:t>
            </a:r>
          </a:p>
          <a:p xmlns:a="http://schemas.openxmlformats.org/drawingml/2006/main">
            <a:r>
              <a:t>  "title": "태그 이름·주소·품질로 목록 좁히기",</a:t>
            </a:r>
          </a:p>
          <a:p xmlns:a="http://schemas.openxmlformats.org/drawingml/2006/main">
            <a:r>
              <a:t>  "goal": "필요한 태그 또는 확인이 필요한 품질만 빠르게 찾습니다.",</a:t>
            </a:r>
          </a:p>
          <a:p xmlns:a="http://schemas.openxmlformats.org/drawingml/2006/main">
            <a:r>
              <a:t>  "steps": [</a:t>
            </a:r>
          </a:p>
          <a:p xmlns:a="http://schemas.openxmlformats.org/drawingml/2006/main">
            <a:r>
              <a:t>    "'태그 모니터'에서 '태그 검색' 입력칸을 찾습니다. 자리표시자는 '이름, 주소, 드라이버'입니다.",</a:t>
            </a:r>
          </a:p>
          <a:p xmlns:a="http://schemas.openxmlformats.org/drawingml/2006/main">
            <a:r>
              <a:t>    "현재 표에 있는 태그 이름이나 주소의 일부를 입력합니다. 대소문자를 구분하지 않으며 이름·주소·드라이버·그룹을 함께 검색합니다.",</a:t>
            </a:r>
          </a:p>
          <a:p xmlns:a="http://schemas.openxmlformats.org/drawingml/2006/main">
            <a:r>
              <a:t>    "'품질'을 기본 '모든 품질'에서 '정상' 또는 '확인 필요'로 바꿉니다. '정상'은 GOOD 품질만 남깁니다.",</a:t>
            </a:r>
          </a:p>
          <a:p xmlns:a="http://schemas.openxmlformats.org/drawingml/2006/main">
            <a:r>
              <a:t>    "'표시 건수 / 전체 태그 수'와 결과를 확인합니다. 검색 중에도 값·품질·시각은 갱신됩니다.",</a:t>
            </a:r>
          </a:p>
          <a:p xmlns:a="http://schemas.openxmlformats.org/drawingml/2006/main">
            <a:r>
              <a:t>    "원복: 검색어를 지우고 품질을 '모든 품질'로 되돌립니다."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"expected": "검색어와 품질 조건을 동시에 만족하는 태그만 남고 결과 건수가 바뀝니다. 검색 결과가 0이면 '검색 조건에 맞는 태그가 없습니다.'가 표시됩니다. 필터는 원본 태그나 드라이버를 변경하지 않습니다.",</a:t>
            </a:r>
          </a:p>
          <a:p xmlns:a="http://schemas.openxmlformats.org/drawingml/2006/main">
            <a:r>
              <a:t>  "troubleshooting": [</a:t>
            </a:r>
          </a:p>
          <a:p xmlns:a="http://schemas.openxmlformats.org/drawingml/2006/main">
            <a:r>
              <a:t>    "결과가 없으면 검색어를 지우고 '모든 품질'로 돌아가 원본 목록이 있는지 확인합니다.",</a:t>
            </a:r>
          </a:p>
          <a:p xmlns:a="http://schemas.openxmlformats.org/drawingml/2006/main">
            <a:r>
              <a:t>    "'확인 필요' 결과가 0인 것은 필터에 해당하는 태그가 없다는 뜻입니다. 개별 장치의 운전 안전성을 판정한 결과는 아닙니다."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"verified": true,</a:t>
            </a:r>
          </a:p>
          <a:p xmlns:a="http://schemas.openxmlformats.org/drawingml/2006/main">
            <a:r>
              <a:t>  "screenshot": "assets/screenshots/plc-filter.jpg",</a:t>
            </a:r>
          </a:p>
          <a:p xmlns:a="http://schemas.openxmlformats.org/drawingml/2006/main">
            <a:r>
              <a:t>  "evidence": {</a:t>
            </a:r>
          </a:p>
          <a:p xmlns:a="http://schemas.openxmlformats.org/drawingml/2006/main">
            <a:r>
              <a:t>    "capturedAtUtc": "2026-10-23T17:08:42.206Z",</a:t>
            </a:r>
          </a:p>
          <a:p xmlns:a="http://schemas.openxmlformats.org/drawingml/2006/main">
            <a:r>
              <a:t>    "url": "http://127.0.0.1:5180/",</a:t>
            </a:r>
          </a:p>
          <a:p xmlns:a="http://schemas.openxmlformats.org/drawingml/2006/main">
            <a:r>
              <a:t>    "observed": "Temp_PV검색+정상품질필터4/24태그확인",</a:t>
            </a:r>
          </a:p>
          <a:p xmlns:a="http://schemas.openxmlformats.org/drawingml/2006/main">
            <a:r>
              <a:t>    "sha256": "742b909fac11fc483964a4f1b599c052169ae47548a72cc5d152abbdcacaa881"</a:t>
            </a:r>
          </a:p>
          <a:p xmlns:a="http://schemas.openxmlformats.org/drawingml/2006/main">
            <a:r>
              <a:t>  }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아이콘: Lucide. 원본 및 라이선스 assets/design/icon-provenance.json, LICENSE-Lucide.txt.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PLC_Simulation/src/PlcSimulator.Web/wwwroot/index.html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PLC_Simulation/src/PlcSimulator.Web/wwwroot/js/app.js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PLC_Simulation/src/PlcSimulator.Web/wwwroot/js/studio.js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PLC_Simulation/src/PlcSimulator.Web/LadderRuntime.cs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PLC_Simulation/src/PlcSimulator.Core/Ladder/LadderEngine.cs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source_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원본: data/01-plc.json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시작 주소: http://127.0.0.1:5180/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"operationId": "plc-ladder",</a:t>
            </a:r>
          </a:p>
          <a:p xmlns:a="http://schemas.openxmlformats.org/drawingml/2006/main">
            <a:r>
              <a:t>  "title": "가상 Ladder를 정지 상태에서 한 번 스캔",</a:t>
            </a:r>
          </a:p>
          <a:p xmlns:a="http://schemas.openxmlformats.org/drawingml/2006/main">
            <a:r>
              <a:t>  "goal": "연속 운전 없이 접점과 출력 코일의 계산 결과를 관찰합니다.",</a:t>
            </a:r>
          </a:p>
          <a:p xmlns:a="http://schemas.openxmlformats.org/drawingml/2006/main">
            <a:r>
              <a:t>  "steps": [</a:t>
            </a:r>
          </a:p>
          <a:p xmlns:a="http://schemas.openxmlformats.org/drawingml/2006/main">
            <a:r>
              <a:t>    "왼쪽 'Ladder 프로그램'을 누르고 현재 프로그램을 확인합니다. 편집 전 보관이 필요하면 '내보내기'로 ladder-program.json을 저장합니다.",</a:t>
            </a:r>
          </a:p>
          <a:p xmlns:a="http://schemas.openxmlformats.org/drawingml/2006/main">
            <a:r>
              <a:t>    "아래 'PLC 드라이버 태그 연결'에서 실습 대상 I/O가 '가상 I/O'인지 확인합니다. 외부 태그가 연결되어 있다면 이 실습을 진행하지 않고 담당자에게 구성 확인을 요청합니다.",</a:t>
            </a:r>
          </a:p>
          <a:p xmlns:a="http://schemas.openxmlformats.org/drawingml/2006/main">
            <a:r>
              <a:t>    "'■ 정지'를 누르고 상태가 '■ STOP'인지 확인한 뒤 '초기화'를 눌러 가상 신호와 타이머 상태를 초기화합니다.",</a:t>
            </a:r>
          </a:p>
          <a:p xmlns:a="http://schemas.openxmlformats.org/drawingml/2006/main">
            <a:r>
              <a:t>    "'단일 스캔'을 한 번 누르고 Rung의 접점·코일 상태를 확인합니다. 초기 입력이 OFF이면 출력도 OFF일 수 있습니다.",</a:t>
            </a:r>
          </a:p>
          <a:p xmlns:a="http://schemas.openxmlformats.org/drawingml/2006/main">
            <a:r>
              <a:t>    "원복: '초기화'를 눌러 STOP과 초기 신호 상태로 돌아갑니다. 이 절차에서는 프로그램을 편집하거나 '저장 / 다운로드'를 누르지 않습니다."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"expected": "단일 스캔은 100ms 기준 계산 한 번을 수행하고 STOP 상태를 유지합니다. 초기화는 런타임 신호·타이머를 지우며 저장된 Ladder 프로그램 자체를 삭제하지 않습니다.",</a:t>
            </a:r>
          </a:p>
          <a:p xmlns:a="http://schemas.openxmlformats.org/drawingml/2006/main">
            <a:r>
              <a:t>  "troubleshooting": [</a:t>
            </a:r>
          </a:p>
          <a:p xmlns:a="http://schemas.openxmlformats.org/drawingml/2006/main">
            <a:r>
              <a:t>    "'단일 스캔은 STOP 상태에서 실행하세요.'가 표시되면 먼저 ■ 정지를 누릅니다.",</a:t>
            </a:r>
          </a:p>
          <a:p xmlns:a="http://schemas.openxmlformats.org/drawingml/2006/main">
            <a:r>
              <a:t>    "'편집한 프로그램을 먼저 저장하세요.'가 나오면 의도하지 않은 편집 여부를 확인합니다. 현재 프로그램을 덮어써서 진행하지 말고 보관한 프로그램과 변경 내용을 검토합니다."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"verified": true,</a:t>
            </a:r>
          </a:p>
          <a:p xmlns:a="http://schemas.openxmlformats.org/drawingml/2006/main">
            <a:r>
              <a:t>  "screenshot": "assets/screenshots/plc-ladder.jpg",</a:t>
            </a:r>
          </a:p>
          <a:p xmlns:a="http://schemas.openxmlformats.org/drawingml/2006/main">
            <a:r>
              <a:t>  "evidence": {</a:t>
            </a:r>
          </a:p>
          <a:p xmlns:a="http://schemas.openxmlformats.org/drawingml/2006/main">
            <a:r>
              <a:t>    "capturedAtUtc": "2026-10-23T17:08:57.617Z",</a:t>
            </a:r>
          </a:p>
          <a:p xmlns:a="http://schemas.openxmlformats.org/drawingml/2006/main">
            <a:r>
              <a:t>    "url": "http://127.0.0.1:5180/",</a:t>
            </a:r>
          </a:p>
          <a:p xmlns:a="http://schemas.openxmlformats.org/drawingml/2006/main">
            <a:r>
              <a:t>    "observed": "가상I/O 기본프로그램에서 단일스캔 수행, 실제드라이버태그쓰기연결 없음",</a:t>
            </a:r>
          </a:p>
          <a:p xmlns:a="http://schemas.openxmlformats.org/drawingml/2006/main">
            <a:r>
              <a:t>    "sha256": "2da8e084ee8ba5c44411dcf876c1d465d574dfdaf6c180d6cfe5d09a41c0ca0d"</a:t>
            </a:r>
          </a:p>
          <a:p xmlns:a="http://schemas.openxmlformats.org/drawingml/2006/main">
            <a:r>
              <a:t>  }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아이콘: Lucide. 원본 및 라이선스 assets/design/icon-provenance.json, LICENSE-Lucide.txt.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PLC_Simulation/src/PlcSimulator.Web/wwwroot/index.html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PLC_Simulation/src/PlcSimulator.Web/wwwroot/js/app.js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PLC_Simulation/src/PlcSimulator.Web/wwwroot/js/studio.js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PLC_Simulation/src/PlcSimulator.Web/LadderRuntime.cs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PLC_Simulation/src/PlcSimulator.Core/Ladder/LadderEngine.cs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source_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원본: data/01-plc.json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시작 주소: http://127.0.0.1:5180/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"operationId": "plc-logs",</a:t>
            </a:r>
          </a:p>
          <a:p xmlns:a="http://schemas.openxmlformats.org/drawingml/2006/main">
            <a:r>
              <a:t>  "title": "통신 로그를 새로고침하고 장애 단서 확인",</a:t>
            </a:r>
          </a:p>
          <a:p xmlns:a="http://schemas.openxmlformats.org/drawingml/2006/main">
            <a:r>
              <a:t>  "goal": "드라이버 연결 문제를 시간·대상·오류 메시지로 좁힙니다.",</a:t>
            </a:r>
          </a:p>
          <a:p xmlns:a="http://schemas.openxmlformats.org/drawingml/2006/main">
            <a:r>
              <a:t>  "steps": [</a:t>
            </a:r>
          </a:p>
          <a:p xmlns:a="http://schemas.openxmlformats.org/drawingml/2006/main">
            <a:r>
              <a:t>    "왼쪽 '로그 및 이벤트'를 누릅니다.",</a:t>
            </a:r>
          </a:p>
          <a:p xmlns:a="http://schemas.openxmlformats.org/drawingml/2006/main">
            <a:r>
              <a:t>    "'Live Communication Log'에서 TX/RX 프레임, 시스템 이벤트와 오류·경고 항목을 읽습니다.",</a:t>
            </a:r>
          </a:p>
          <a:p xmlns:a="http://schemas.openxmlformats.org/drawingml/2006/main">
            <a:r>
              <a:t>    "'Refresh'를 눌러 서버가 보관하는 최근 로그를 다시 가져옵니다.",</a:t>
            </a:r>
          </a:p>
          <a:p xmlns:a="http://schemas.openxmlformats.org/drawingml/2006/main">
            <a:r>
              <a:t>    "동일 시각의 드라이버 상태와 태그 품질을 대조합니다. 로그가 없는 경우 그 사실을 그대로 기록합니다.",</a:t>
            </a:r>
          </a:p>
          <a:p xmlns:a="http://schemas.openxmlformats.org/drawingml/2006/main">
            <a:r>
              <a:t>    "원복: 다른 메뉴로 이동하면 됩니다. Refresh는 로그 삭제나 드라이버 재시작을 수행하지 않습니다."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"expected": "최근 통신·시스템 로그가 표시됩니다. 이 화면은 무제한 감사 기록 보관소가 아니며 최근 로그 범위만 보여줍니다.",</a:t>
            </a:r>
          </a:p>
          <a:p xmlns:a="http://schemas.openxmlformats.org/drawingml/2006/main">
            <a:r>
              <a:t>  "troubleshooting": [</a:t>
            </a:r>
          </a:p>
          <a:p xmlns:a="http://schemas.openxmlformats.org/drawingml/2006/main">
            <a:r>
              <a:t>    "'No logs yet'이면 아직 기록된 이벤트가 없거나 서버 재시작 직후인지 확인합니다.",</a:t>
            </a:r>
          </a:p>
          <a:p xmlns:a="http://schemas.openxmlformats.org/drawingml/2006/main">
            <a:r>
              <a:t>    "오류가 반복되면 대상 드라이버, 발생 시각과 메시지를 함께 전달합니다. 로그만 보고 포트나 장치 설정을 임의로 바꾸지 않습니다."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"verified": true,</a:t>
            </a:r>
          </a:p>
          <a:p xmlns:a="http://schemas.openxmlformats.org/drawingml/2006/main">
            <a:r>
              <a:t>  "screenshot": "assets/screenshots/plc-logs.jpg",</a:t>
            </a:r>
          </a:p>
          <a:p xmlns:a="http://schemas.openxmlformats.org/drawingml/2006/main">
            <a:r>
              <a:t>  "evidence": {</a:t>
            </a:r>
          </a:p>
          <a:p xmlns:a="http://schemas.openxmlformats.org/drawingml/2006/main">
            <a:r>
              <a:t>    "capturedAtUtc": "2026-10-23T17:09:43.714Z",</a:t>
            </a:r>
          </a:p>
          <a:p xmlns:a="http://schemas.openxmlformats.org/drawingml/2006/main">
            <a:r>
              <a:t>    "url": "http://127.0.0.1:5180/",</a:t>
            </a:r>
          </a:p>
          <a:p xmlns:a="http://schemas.openxmlformats.org/drawingml/2006/main">
            <a:r>
              <a:t>    "observed": "Refresh 조작후통신송수신로그 표시",</a:t>
            </a:r>
          </a:p>
          <a:p xmlns:a="http://schemas.openxmlformats.org/drawingml/2006/main">
            <a:r>
              <a:t>    "sha256": "078461a403e7fbb6abd8965c68075cc25db782b50f2898d798946999ee0867d5"</a:t>
            </a:r>
          </a:p>
          <a:p xmlns:a="http://schemas.openxmlformats.org/drawingml/2006/main">
            <a:r>
              <a:t>  }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아이콘: Lucide. 원본 및 라이선스 assets/design/icon-provenance.json, LICENSE-Lucide.txt.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PLC_Simulation/src/PlcSimulator.Web/wwwroot/index.html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PLC_Simulation/src/PlcSimulator.Web/wwwroot/js/app.js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PLC_Simulation/src/PlcSimulator.Web/wwwroot/js/studio.js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PLC_Simulation/src/PlcSimulator.Web/LadderRuntime.cs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PLC_Simulation/src/PlcSimulator.Core/Ladder/LadderEngine.cs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extra_slideLayout1.xml.rels><?xml version='1.0' encoding='UTF-8' standalone='yes'?>
<Relationships xmlns="http://schemas.openxmlformats.org/package/2006/relationships"><Relationship Type="http://schemas.openxmlformats.org/officeDocument/2006/relationships/slideMaster" Target="../slideMasters/extra_slideMaster1.xml" Id="R8597da05fcbe40d5"/></Relationships>
</file>

<file path=ppt/slideLayouts/_rels/extra_slideLayout2.xml.rels><?xml version='1.0' encoding='UTF-8' standalone='yes'?>
<Relationships xmlns="http://schemas.openxmlformats.org/package/2006/relationships"><Relationship Type="http://schemas.openxmlformats.org/officeDocument/2006/relationships/slideMaster" Target="../slideMasters/extra_slideMaster1.xml" Id="R622615551f7d4ad3"/></Relationships>
</file>

<file path=ppt/slideLayouts/_rels/extra_slideLayout3.xml.rels><?xml version='1.0' encoding='UTF-8' standalone='yes'?>
<Relationships xmlns="http://schemas.openxmlformats.org/package/2006/relationships"><Relationship Type="http://schemas.openxmlformats.org/officeDocument/2006/relationships/slideMaster" Target="../slideMasters/extra_slideMaster1.xml" Id="R36f5bdc1e8354599"/></Relationships>
</file>

<file path=ppt/slideLayouts/_rels/extra_slideLayout4.xml.rels><?xml version='1.0' encoding='UTF-8' standalone='yes'?>
<Relationships xmlns="http://schemas.openxmlformats.org/package/2006/relationships"><Relationship Type="http://schemas.openxmlformats.org/officeDocument/2006/relationships/slideMaster" Target="../slideMasters/extra_slideMaster1.xml" Id="R9eb685b6598e488d"/></Relationships>
</file>

<file path=ppt/slideLayouts/_rels/extra_slideLayout5.xml.rels><?xml version='1.0' encoding='UTF-8' standalone='yes'?>
<Relationships xmlns="http://schemas.openxmlformats.org/package/2006/relationships"><Relationship Type="http://schemas.openxmlformats.org/officeDocument/2006/relationships/slideMaster" Target="../slideMasters/extra_slideMaster1.xml" Id="R7b0b1f3d91ad4faf"/></Relationships>
</file>

<file path=ppt/slideLayouts/_rels/extra_slideLayout6.xml.rels><?xml version='1.0' encoding='UTF-8' standalone='yes'?>
<Relationships xmlns="http://schemas.openxmlformats.org/package/2006/relationships"><Relationship Type="http://schemas.openxmlformats.org/officeDocument/2006/relationships/slideMaster" Target="../slideMasters/extra_slideMaster1.xml" Id="Rf0236b72adda4e4d"/></Relationships>
</file>

<file path=ppt/slideLayouts/_rels/source_slideLayout1.xml.rels><?xml version='1.0' encoding='UTF-8' standalone='yes'?>
<Relationships xmlns="http://schemas.openxmlformats.org/package/2006/relationships"><Relationship Type="http://schemas.openxmlformats.org/officeDocument/2006/relationships/slideMaster" Target="../slideMasters/source_slideMaster1.xml" Id="Rdd81561033664dc2"/></Relationships>
</file>

<file path=ppt/slideLayouts/_rels/source_slideLayout2.xml.rels><?xml version='1.0' encoding='UTF-8' standalone='yes'?>
<Relationships xmlns="http://schemas.openxmlformats.org/package/2006/relationships"><Relationship Type="http://schemas.openxmlformats.org/officeDocument/2006/relationships/slideMaster" Target="../slideMasters/source_slideMaster1.xml" Id="R8b28ce4dfbcb42be"/></Relationships>
</file>

<file path=ppt/slideLayouts/_rels/source_slideLayout3.xml.rels><?xml version='1.0' encoding='UTF-8' standalone='yes'?>
<Relationships xmlns="http://schemas.openxmlformats.org/package/2006/relationships"><Relationship Type="http://schemas.openxmlformats.org/officeDocument/2006/relationships/slideMaster" Target="../slideMasters/source_slideMaster1.xml" Id="R1e39505d70294388"/></Relationships>
</file>

<file path=ppt/slideLayouts/_rels/source_slideLayout4.xml.rels><?xml version='1.0' encoding='UTF-8' standalone='yes'?>
<Relationships xmlns="http://schemas.openxmlformats.org/package/2006/relationships"><Relationship Type="http://schemas.openxmlformats.org/officeDocument/2006/relationships/slideMaster" Target="../slideMasters/source_slideMaster1.xml" Id="R914b5cb7d9b84efe"/></Relationships>
</file>

<file path=ppt/slideLayouts/_rels/source_slideLayout5.xml.rels><?xml version='1.0' encoding='UTF-8' standalone='yes'?>
<Relationships xmlns="http://schemas.openxmlformats.org/package/2006/relationships"><Relationship Type="http://schemas.openxmlformats.org/officeDocument/2006/relationships/slideMaster" Target="../slideMasters/source_slideMaster1.xml" Id="R029b820b72fa4fe8"/></Relationships>
</file>

<file path=ppt/slideLayouts/_rels/source_slideLayout6.xml.rels><?xml version='1.0' encoding='UTF-8' standalone='yes'?>
<Relationships xmlns="http://schemas.openxmlformats.org/package/2006/relationships"><Relationship Type="http://schemas.openxmlformats.org/officeDocument/2006/relationships/slideMaster" Target="../slideMasters/source_slideMaster1.xml" Id="R548e995d96bb48da"/></Relationships>
</file>

<file path=ppt/slideLayouts/extra_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1C54B2C-EB82-499B-8F64-A7DAE4527C0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2E322B7-1C60-4520-8AD1-928E137B617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extra_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509A28C-B864-42CD-93D5-6A8E4549E32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extra_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59A049A-06BD-454D-A05D-0B350ED74DA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610D38F-A088-456B-9E89-45D1BC3A4F1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extra_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A00C237-0F70-4BA4-A4D1-3CDBB429D1E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F744292-5663-4A84-93DC-E08B638EAFD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EF99EF9-7589-4986-B1C0-F1F6AB2A4BD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extra_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E320F75-4F4C-4C1D-BFB8-D20A5D776E2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7377069-356E-49D5-BB4B-E93CF6DCC28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extra_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ource_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92C18D0-0BE1-4D3B-9495-6D2A8C6FFEA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FD51148-77CC-4350-8C36-23DCDFB4B15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ource_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DDA3227-AD06-4DAE-BD1E-F5857D90DC1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ource_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A7458B2-C825-462D-9520-1C5109FF069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9D1FA52-AADA-4A86-8347-4E921105B6C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ource_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2903506-F4C1-4043-B81B-3A28BCC4F8B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C6C72FD-7001-4E24-8CD2-D409767C36B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1BFF9CB-F1DA-4659-9ECB-EDBC8D1A9F7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ource_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CEF09AA-EF2A-4479-ACC4-2B1E435D41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B36849E-F7FD-460C-9A28-AB281187389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ource_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extra_slideMaster1.xml.rels><?xml version='1.0' encoding='UTF-8' standalone='yes'?>
<Relationships xmlns="http://schemas.openxmlformats.org/package/2006/relationships"><Relationship Type="http://schemas.openxmlformats.org/officeDocument/2006/relationships/theme" Target="theme/extra_theme2.xml" Id="R9603d00798a746d0"/><Relationship Type="http://schemas.openxmlformats.org/officeDocument/2006/relationships/slideLayout" Target="../slideLayouts/extra_slideLayout1.xml" Id="R47a2295409694b9b"/><Relationship Type="http://schemas.openxmlformats.org/officeDocument/2006/relationships/slideLayout" Target="../slideLayouts/extra_slideLayout2.xml" Id="R87b2ee8d1b984a2a"/><Relationship Type="http://schemas.openxmlformats.org/officeDocument/2006/relationships/slideLayout" Target="../slideLayouts/extra_slideLayout3.xml" Id="Rcf0530b1b8ac4de5"/><Relationship Type="http://schemas.openxmlformats.org/officeDocument/2006/relationships/slideLayout" Target="../slideLayouts/extra_slideLayout4.xml" Id="R8bbb8f591e9d4ba9"/><Relationship Type="http://schemas.openxmlformats.org/officeDocument/2006/relationships/slideLayout" Target="../slideLayouts/extra_slideLayout5.xml" Id="R04d33da6d57f497b"/><Relationship Type="http://schemas.openxmlformats.org/officeDocument/2006/relationships/slideLayout" Target="../slideLayouts/extra_slideLayout6.xml" Id="R6abfb3307f004385"/></Relationships>
</file>

<file path=ppt/slideMasters/_rels/source_slideMaster1.xml.rels><?xml version='1.0' encoding='UTF-8' standalone='yes'?>
<Relationships xmlns="http://schemas.openxmlformats.org/package/2006/relationships"><Relationship Type="http://schemas.openxmlformats.org/officeDocument/2006/relationships/theme" Target="theme/source_theme2.xml" Id="R367bcf752a9749ae"/><Relationship Type="http://schemas.openxmlformats.org/officeDocument/2006/relationships/slideLayout" Target="../slideLayouts/source_slideLayout1.xml" Id="R11b88d14dc1d4219"/><Relationship Type="http://schemas.openxmlformats.org/officeDocument/2006/relationships/slideLayout" Target="../slideLayouts/source_slideLayout2.xml" Id="R87ec6871956e40df"/><Relationship Type="http://schemas.openxmlformats.org/officeDocument/2006/relationships/slideLayout" Target="../slideLayouts/source_slideLayout3.xml" Id="R5f96253e5dea4309"/><Relationship Type="http://schemas.openxmlformats.org/officeDocument/2006/relationships/slideLayout" Target="../slideLayouts/source_slideLayout4.xml" Id="Rab77f0812a874d9d"/><Relationship Type="http://schemas.openxmlformats.org/officeDocument/2006/relationships/slideLayout" Target="../slideLayouts/source_slideLayout5.xml" Id="R75ffc517a4f0405b"/><Relationship Type="http://schemas.openxmlformats.org/officeDocument/2006/relationships/slideLayout" Target="../slideLayouts/source_slideLayout6.xml" Id="Rcbb869a82fa04458"/></Relationships>
</file>

<file path=ppt/slideMasters/extra_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7a2295409694b9b"/>
    <p:sldLayoutId xmlns:r="http://schemas.openxmlformats.org/officeDocument/2006/relationships" id="2147483650" r:id="R87b2ee8d1b984a2a"/>
    <p:sldLayoutId xmlns:r="http://schemas.openxmlformats.org/officeDocument/2006/relationships" id="2147483651" r:id="Rcf0530b1b8ac4de5"/>
    <p:sldLayoutId xmlns:r="http://schemas.openxmlformats.org/officeDocument/2006/relationships" id="2147483652" r:id="R8bbb8f591e9d4ba9"/>
    <p:sldLayoutId xmlns:r="http://schemas.openxmlformats.org/officeDocument/2006/relationships" id="2147483653" r:id="R04d33da6d57f497b"/>
    <p:sldLayoutId xmlns:r="http://schemas.openxmlformats.org/officeDocument/2006/relationships" id="2147483654" r:id="R6abfb3307f00438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ource_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1b88d14dc1d4219"/>
    <p:sldLayoutId xmlns:r="http://schemas.openxmlformats.org/officeDocument/2006/relationships" id="2147483650" r:id="R87ec6871956e40df"/>
    <p:sldLayoutId xmlns:r="http://schemas.openxmlformats.org/officeDocument/2006/relationships" id="2147483651" r:id="R5f96253e5dea4309"/>
    <p:sldLayoutId xmlns:r="http://schemas.openxmlformats.org/officeDocument/2006/relationships" id="2147483652" r:id="Rab77f0812a874d9d"/>
    <p:sldLayoutId xmlns:r="http://schemas.openxmlformats.org/officeDocument/2006/relationships" id="2147483653" r:id="R75ffc517a4f0405b"/>
    <p:sldLayoutId xmlns:r="http://schemas.openxmlformats.org/officeDocument/2006/relationships" id="2147483654" r:id="Rcbb869a82fa0445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extra_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source_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Type="http://schemas.openxmlformats.org/officeDocument/2006/relationships/slideLayout" Target="../slideLayouts/extra_slideLayout6.xml" Id="R58875fde25ed4f6e"/><Relationship Type="http://schemas.openxmlformats.org/officeDocument/2006/relationships/image" Target="../media/extra_image.png" Id="Rc438ba99f8c040ce"/><Relationship Type="http://schemas.openxmlformats.org/officeDocument/2006/relationships/image" Target="../media/extra_image.jpeg" Id="Rf23fe337d3aa4218"/><Relationship Type="http://schemas.openxmlformats.org/officeDocument/2006/relationships/hyperlink" Target="http://127.0.0.1:5180/" TargetMode="External" Id="R31fcf680e9b044b7"/><Relationship Type="http://schemas.openxmlformats.org/officeDocument/2006/relationships/notesSlide" Target="../notesSlides/extra_notesSlide1.xml" Id="R6276e9288ac4482d"/></Relationships>
</file>

<file path=ppt/slides/_rels/slide2.xml.rels><?xml version='1.0' encoding='UTF-8' standalone='yes'?>
<Relationships xmlns="http://schemas.openxmlformats.org/package/2006/relationships"><Relationship Type="http://schemas.openxmlformats.org/officeDocument/2006/relationships/slideLayout" Target="../slideLayouts/extra_slideLayout6.xml" Id="Raf9fcac954cb41b5"/><Relationship Type="http://schemas.openxmlformats.org/officeDocument/2006/relationships/notesSlide" Target="../notesSlides/extra_notesSlide2.xml" Id="R9524fe3169bf4779"/></Relationships>
</file>

<file path=ppt/slides/_rels/slide3.xml.rels><?xml version='1.0' encoding='UTF-8' standalone='yes'?>
<Relationships xmlns="http://schemas.openxmlformats.org/package/2006/relationships"><Relationship Type="http://schemas.openxmlformats.org/officeDocument/2006/relationships/slideLayout" Target="../slideLayouts/source_slideLayout6.xml" Id="Red853001715a4194"/><Relationship Type="http://schemas.openxmlformats.org/officeDocument/2006/relationships/image" Target="../media/source_image29.png" Id="R65ba0245f3794a5b"/><Relationship Type="http://schemas.openxmlformats.org/officeDocument/2006/relationships/image" Target="../media/source_image30.png" Id="Rd74e1f6d9b474c61"/><Relationship Type="http://schemas.openxmlformats.org/officeDocument/2006/relationships/image" Target="../media/source_image31.png" Id="R34507ddfa77a4ffd"/><Relationship Type="http://schemas.openxmlformats.org/officeDocument/2006/relationships/image" Target="../media/source_image32.png" Id="R142db2e8d64d46b4"/><Relationship Type="http://schemas.openxmlformats.org/officeDocument/2006/relationships/image" Target="../media/source_image2.jpeg" Id="R4386f05336a64a19"/><Relationship Type="http://schemas.openxmlformats.org/officeDocument/2006/relationships/image" Target="../media/source_image33.png" Id="R01c549a494eb4141"/><Relationship Type="http://schemas.openxmlformats.org/officeDocument/2006/relationships/image" Target="../media/source_image34.png" Id="R6e3c649befe24f96"/><Relationship Type="http://schemas.openxmlformats.org/officeDocument/2006/relationships/notesSlide" Target="../notesSlides/source_notesSlide7.xml" Id="Rf13538a6cedc4bdd"/></Relationships>
</file>

<file path=ppt/slides/_rels/slide4.xml.rels><?xml version='1.0' encoding='UTF-8' standalone='yes'?>
<Relationships xmlns="http://schemas.openxmlformats.org/package/2006/relationships"><Relationship Type="http://schemas.openxmlformats.org/officeDocument/2006/relationships/slideLayout" Target="../slideLayouts/source_slideLayout6.xml" Id="R89ec7969ba4d40bf"/><Relationship Type="http://schemas.openxmlformats.org/officeDocument/2006/relationships/image" Target="../media/source_image35.png" Id="Rd84922e52dbe4e5d"/><Relationship Type="http://schemas.openxmlformats.org/officeDocument/2006/relationships/image" Target="../media/source_image36.png" Id="Ref58c8cde0aa46f0"/><Relationship Type="http://schemas.openxmlformats.org/officeDocument/2006/relationships/image" Target="../media/source_image37.png" Id="R9861e13a110f4822"/><Relationship Type="http://schemas.openxmlformats.org/officeDocument/2006/relationships/image" Target="../media/source_image38.png" Id="R2a71605a78334a8d"/><Relationship Type="http://schemas.openxmlformats.org/officeDocument/2006/relationships/image" Target="../media/source_image3.jpeg" Id="Rff3547b90e9a4ed4"/><Relationship Type="http://schemas.openxmlformats.org/officeDocument/2006/relationships/image" Target="../media/source_image39.png" Id="Ra8e667ce671048eb"/><Relationship Type="http://schemas.openxmlformats.org/officeDocument/2006/relationships/image" Target="../media/source_image40.png" Id="Ra5ff47b7098949e8"/><Relationship Type="http://schemas.openxmlformats.org/officeDocument/2006/relationships/notesSlide" Target="../notesSlides/source_notesSlide8.xml" Id="R81b7be1190c7452b"/></Relationships>
</file>

<file path=ppt/slides/_rels/slide5.xml.rels><?xml version='1.0' encoding='UTF-8' standalone='yes'?>
<Relationships xmlns="http://schemas.openxmlformats.org/package/2006/relationships"><Relationship Type="http://schemas.openxmlformats.org/officeDocument/2006/relationships/slideLayout" Target="../slideLayouts/source_slideLayout6.xml" Id="Rd307900823404fa4"/><Relationship Type="http://schemas.openxmlformats.org/officeDocument/2006/relationships/image" Target="../media/source_image41.png" Id="Ra594ea1a8a2848f7"/><Relationship Type="http://schemas.openxmlformats.org/officeDocument/2006/relationships/image" Target="../media/source_image42.png" Id="R3022ad4ba6484002"/><Relationship Type="http://schemas.openxmlformats.org/officeDocument/2006/relationships/image" Target="../media/source_image43.png" Id="Rf89fc3229a0e47c4"/><Relationship Type="http://schemas.openxmlformats.org/officeDocument/2006/relationships/image" Target="../media/source_image44.png" Id="R0647311dcfd94110"/><Relationship Type="http://schemas.openxmlformats.org/officeDocument/2006/relationships/image" Target="../media/source_image4.jpeg" Id="Rb0b237eab301474f"/><Relationship Type="http://schemas.openxmlformats.org/officeDocument/2006/relationships/image" Target="../media/source_image45.png" Id="R114b8cc0e6ed48f8"/><Relationship Type="http://schemas.openxmlformats.org/officeDocument/2006/relationships/image" Target="../media/source_image46.png" Id="R61e32f53646c4499"/><Relationship Type="http://schemas.openxmlformats.org/officeDocument/2006/relationships/notesSlide" Target="../notesSlides/source_notesSlide9.xml" Id="Ra95e8a249a2e446b"/></Relationships>
</file>

<file path=ppt/slides/_rels/slide6.xml.rels><?xml version='1.0' encoding='UTF-8' standalone='yes'?>
<Relationships xmlns="http://schemas.openxmlformats.org/package/2006/relationships"><Relationship Type="http://schemas.openxmlformats.org/officeDocument/2006/relationships/slideLayout" Target="../slideLayouts/source_slideLayout6.xml" Id="Rbcad4bd33679411b"/><Relationship Type="http://schemas.openxmlformats.org/officeDocument/2006/relationships/image" Target="../media/source_image47.png" Id="R31bb5a03bd2d416c"/><Relationship Type="http://schemas.openxmlformats.org/officeDocument/2006/relationships/image" Target="../media/source_image48.png" Id="R3c077c6d3b104588"/><Relationship Type="http://schemas.openxmlformats.org/officeDocument/2006/relationships/image" Target="../media/source_image49.png" Id="R704bf5dfadeb4ad1"/><Relationship Type="http://schemas.openxmlformats.org/officeDocument/2006/relationships/image" Target="../media/source_image50.png" Id="Re4c806ef174b4f41"/><Relationship Type="http://schemas.openxmlformats.org/officeDocument/2006/relationships/image" Target="../media/source_image51.png" Id="Rba27286ec4084dc7"/><Relationship Type="http://schemas.openxmlformats.org/officeDocument/2006/relationships/image" Target="../media/source_image5.jpeg" Id="Reb9c30d8b9694984"/><Relationship Type="http://schemas.openxmlformats.org/officeDocument/2006/relationships/image" Target="../media/source_image52.png" Id="Rd6bdaa5b65ad4c75"/><Relationship Type="http://schemas.openxmlformats.org/officeDocument/2006/relationships/image" Target="../media/source_image53.png" Id="R691d4a00fab64ba5"/><Relationship Type="http://schemas.openxmlformats.org/officeDocument/2006/relationships/notesSlide" Target="../notesSlides/source_notesSlide10.xml" Id="R69efe0141fb14dff"/></Relationships>
</file>

<file path=ppt/slides/_rels/slide7.xml.rels><?xml version='1.0' encoding='UTF-8' standalone='yes'?>
<Relationships xmlns="http://schemas.openxmlformats.org/package/2006/relationships"><Relationship Type="http://schemas.openxmlformats.org/officeDocument/2006/relationships/slideLayout" Target="../slideLayouts/source_slideLayout6.xml" Id="R4026823ac9af4e70"/><Relationship Type="http://schemas.openxmlformats.org/officeDocument/2006/relationships/image" Target="../media/source_image54.png" Id="Ree481f7b852e4224"/><Relationship Type="http://schemas.openxmlformats.org/officeDocument/2006/relationships/image" Target="../media/source_image55.png" Id="R063fcf8bf69043e1"/><Relationship Type="http://schemas.openxmlformats.org/officeDocument/2006/relationships/image" Target="../media/source_image56.png" Id="R3a00420a7b7948d5"/><Relationship Type="http://schemas.openxmlformats.org/officeDocument/2006/relationships/image" Target="../media/source_image6.jpeg" Id="Rdd6ee6184c67446e"/><Relationship Type="http://schemas.openxmlformats.org/officeDocument/2006/relationships/image" Target="../media/source_image57.png" Id="R031b38c6e7c945eb"/><Relationship Type="http://schemas.openxmlformats.org/officeDocument/2006/relationships/image" Target="../media/source_image58.png" Id="R35d8616464e54ed4"/><Relationship Type="http://schemas.openxmlformats.org/officeDocument/2006/relationships/notesSlide" Target="../notesSlides/source_notesSlide11.xml" Id="R39122534bf5e4c29"/></Relationships>
</file>

<file path=ppt/slides/_rels/slide8.xml.rels><?xml version='1.0' encoding='UTF-8' standalone='yes'?>
<Relationships xmlns="http://schemas.openxmlformats.org/package/2006/relationships"><Relationship Type="http://schemas.openxmlformats.org/officeDocument/2006/relationships/slideLayout" Target="../slideLayouts/extra_slideLayout6.xml" Id="R52da88b176d64b1f"/><Relationship Type="http://schemas.openxmlformats.org/officeDocument/2006/relationships/image" Target="../media/extra_image2.png" Id="R5102d262731f46a6"/><Relationship Type="http://schemas.openxmlformats.org/officeDocument/2006/relationships/image" Target="../media/extra_image3.png" Id="R999da0e7705b4ed1"/><Relationship Type="http://schemas.openxmlformats.org/officeDocument/2006/relationships/image" Target="../media/extra_image4.png" Id="R4263bbc35a854478"/><Relationship Type="http://schemas.openxmlformats.org/officeDocument/2006/relationships/hyperlink" Target="https://dubukimch.github.io/manual-plc.html" TargetMode="External" Id="R46a57603528741bc"/><Relationship Type="http://schemas.openxmlformats.org/officeDocument/2006/relationships/notesSlide" Target="../notesSlides/extra_notesSlide3.xml" Id="R7f92be5847374190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extra-text-0">
            <a:extLst xmlns:a="http://schemas.openxmlformats.org/drawingml/2006/main">
              <a:ext uri="{FF2B5EF4-FFF2-40B4-BE49-F238E27FC236}">
                <a16:creationId xmlns:a16="http://schemas.microsoft.com/office/drawing/2014/main" id="{6D01D3AA-F8FE-4F9A-AF4B-3A5E57EB9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238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50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50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50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50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50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50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50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50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50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150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rPr>
              <a:t>PLC Simulation  /  사용 매뉴얼</a:t>
            </a:r>
          </a:p>
        </p:txBody>
      </p:sp>
      <p:sp>
        <p:nvSpPr>
          <p:cNvPr id="2" name="compat-page-number">
            <a:extLst xmlns:a="http://schemas.openxmlformats.org/drawingml/2006/main">
              <a:ext uri="{FF2B5EF4-FFF2-40B4-BE49-F238E27FC236}">
                <a16:creationId xmlns:a16="http://schemas.microsoft.com/office/drawing/2014/main" id="{6B4DEDA0-F412-41EF-BE9C-358DF8EF0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7450" y="3238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1D7286-17D3-448F-8CBB-C7078188B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0"/>
            <a:ext cx="1402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1E7"/>
            </a:solidFill>
          </a:ln>
        </p:spPr>
      </p:sp>
      <p:sp>
        <p:nvSpPr>
          <p:cNvPr id="4" name="compat-footer">
            <a:extLst xmlns:a="http://schemas.openxmlformats.org/drawingml/2006/main">
              <a:ext uri="{FF2B5EF4-FFF2-40B4-BE49-F238E27FC236}">
                <a16:creationId xmlns:a16="http://schemas.microsoft.com/office/drawing/2014/main" id="{A1CC9762-62C8-405E-AC40-384849520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43900"/>
            <a:ext cx="1238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PLC Simulation 사용 매뉴얼  2026.10.25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AEC72C-2064-4DDE-BD81-76D70B776FD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38ba99f8c040ce"/>
          <a:stretch xmlns:a="http://schemas.openxmlformats.org/drawingml/2006/main"/>
        </p:blipFill>
        <p:spPr>
          <a:xfrm xmlns:a="http://schemas.openxmlformats.org/drawingml/2006/main">
            <a:off x="685800" y="1362075"/>
            <a:ext cx="952500" cy="952500"/>
          </a:xfrm>
          <a:prstGeom xmlns:a="http://schemas.openxmlformats.org/drawingml/2006/main" prst="rect">
            <a:avLst/>
          </a:prstGeom>
        </p:spPr>
      </p:pic>
      <p:sp>
        <p:nvSpPr>
          <p:cNvPr id="6" name="extra-text-3">
            <a:extLst xmlns:a="http://schemas.openxmlformats.org/drawingml/2006/main">
              <a:ext uri="{FF2B5EF4-FFF2-40B4-BE49-F238E27FC236}">
                <a16:creationId xmlns:a16="http://schemas.microsoft.com/office/drawing/2014/main" id="{75744B80-9EA3-4613-A7A8-629F2558E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1457325"/>
            <a:ext cx="1257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43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43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43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43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43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43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43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43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43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43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43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43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PLC Simulation</a:t>
            </a:r>
          </a:p>
        </p:txBody>
      </p:sp>
      <p:sp>
        <p:nvSpPr>
          <p:cNvPr id="7" name="extra-text-4">
            <a:extLst xmlns:a="http://schemas.openxmlformats.org/drawingml/2006/main">
              <a:ext uri="{FF2B5EF4-FFF2-40B4-BE49-F238E27FC236}">
                <a16:creationId xmlns:a16="http://schemas.microsoft.com/office/drawing/2014/main" id="{199AF6AC-AD90-4954-BCEC-B17DC6445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6381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57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57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57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57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57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57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57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57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57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57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57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57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사용 매뉴얼</a:t>
            </a:r>
          </a:p>
        </p:txBody>
      </p:sp>
      <p:sp>
        <p:nvSpPr>
          <p:cNvPr id="8" name="extra-text-5">
            <a:extLst xmlns:a="http://schemas.openxmlformats.org/drawingml/2006/main">
              <a:ext uri="{FF2B5EF4-FFF2-40B4-BE49-F238E27FC236}">
                <a16:creationId xmlns:a16="http://schemas.microsoft.com/office/drawing/2014/main" id="{CCDF3276-5C21-4A5B-987F-B3D701270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95775"/>
            <a:ext cx="61912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5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5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5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5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5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5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5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5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5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5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25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장치 연결부터 원본 태그와 가상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25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Ladder까지</a:t>
            </a:r>
          </a:p>
        </p:txBody>
      </p:sp>
      <p:sp>
        <p:nvSpPr>
          <p:cNvPr id="9" name="extra-text-6">
            <a:extLst xmlns:a="http://schemas.openxmlformats.org/drawingml/2006/main">
              <a:ext uri="{FF2B5EF4-FFF2-40B4-BE49-F238E27FC236}">
                <a16:creationId xmlns:a16="http://schemas.microsoft.com/office/drawing/2014/main" id="{F03BEFDF-AB4C-47C5-88AC-52CE19DF5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38825"/>
            <a:ext cx="619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2025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rPr>
              <a:t>5개 동작 · 실제 캡처 5장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6930FE-3BA4-46AB-AAD3-E6034A5C55B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3fe337d3aa4218"/>
          <a:stretch xmlns:a="http://schemas.openxmlformats.org/drawingml/2006/main"/>
        </p:blipFill>
        <p:spPr>
          <a:xfrm xmlns:a="http://schemas.openxmlformats.org/drawingml/2006/main">
            <a:off x="8453820" y="2762250"/>
            <a:ext cx="5190359" cy="4000500"/>
          </a:xfrm>
          <a:prstGeom xmlns:a="http://schemas.openxmlformats.org/drawingml/2006/main" prst="rect">
            <a:avLst/>
          </a:prstGeom>
        </p:spPr>
      </p:pic>
      <p:sp>
        <p:nvSpPr>
          <p:cNvPr id="11" name="extra-text-7">
            <a:extLst xmlns:a="http://schemas.openxmlformats.org/drawingml/2006/main">
              <a:ext uri="{FF2B5EF4-FFF2-40B4-BE49-F238E27FC236}">
                <a16:creationId xmlns:a16="http://schemas.microsoft.com/office/drawing/2014/main" id="{B1B578D0-7982-488C-A89B-9A7A8EC88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715125"/>
            <a:ext cx="1352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실제 화면, 순서와 확인할 결과를 함께 읽습니다.</a:t>
            </a:r>
          </a:p>
        </p:txBody>
      </p:sp>
      <p:sp>
        <p:nvSpPr>
          <p:cNvPr id="12" name="extra-text-8">
            <a:extLst xmlns:a="http://schemas.openxmlformats.org/drawingml/2006/main">
              <a:ext uri="{FF2B5EF4-FFF2-40B4-BE49-F238E27FC236}">
                <a16:creationId xmlns:a16="http://schemas.microsoft.com/office/drawing/2014/main" id="{853B9292-A7D6-4463-A38F-CD4943E1F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524750"/>
            <a:ext cx="1381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725" b="0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725" b="0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725" b="0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725" b="0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725" b="0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725" b="0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725" b="0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725" b="0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725" b="0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1725" b="0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087D81"/>
                </a:solidFill>
                <a:latin typeface="Malgun Gothic"/>
                <a:ea typeface="Malgun Gothic"/>
                <a:cs typeface="Malgun Gothic"/>
                <a:hlinkClick xmlns:r="http://schemas.openxmlformats.org/officeDocument/2006/relationships" r:id="R31fcf680e9b044b7"/>
              </a:rPr>
              <a:t>http://127.0.0.1:5180/</a:t>
            </a:r>
          </a:p>
        </p:txBody>
      </p:sp>
    </p:spTree>
    <p:extLst>
      <p:ext uri="{BB962C8B-B14F-4D97-AF65-F5344CB8AC3E}">
        <p14:creationId xmlns:p14="http://schemas.microsoft.com/office/powerpoint/2010/main" val="191309141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extra-text-0">
            <a:extLst xmlns:a="http://schemas.openxmlformats.org/drawingml/2006/main">
              <a:ext uri="{FF2B5EF4-FFF2-40B4-BE49-F238E27FC236}">
                <a16:creationId xmlns:a16="http://schemas.microsoft.com/office/drawing/2014/main" id="{A0DB55F8-761E-4067-AC47-571120F96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238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50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50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50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50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50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50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50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50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50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150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rPr>
              <a:t>PLC Simulation  /  사용 매뉴얼</a:t>
            </a:r>
          </a:p>
        </p:txBody>
      </p:sp>
      <p:sp>
        <p:nvSpPr>
          <p:cNvPr id="2" name="compat-page-number">
            <a:extLst xmlns:a="http://schemas.openxmlformats.org/drawingml/2006/main">
              <a:ext uri="{FF2B5EF4-FFF2-40B4-BE49-F238E27FC236}">
                <a16:creationId xmlns:a16="http://schemas.microsoft.com/office/drawing/2014/main" id="{6EB02AE0-D783-49DE-A64B-276E9440B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7450" y="3238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C649DC-E5E9-4CFA-908E-804D7ECA6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0"/>
            <a:ext cx="1402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1E7"/>
            </a:solidFill>
          </a:ln>
        </p:spPr>
      </p:sp>
      <p:sp>
        <p:nvSpPr>
          <p:cNvPr id="4" name="compat-footer">
            <a:extLst xmlns:a="http://schemas.openxmlformats.org/drawingml/2006/main">
              <a:ext uri="{FF2B5EF4-FFF2-40B4-BE49-F238E27FC236}">
                <a16:creationId xmlns:a16="http://schemas.microsoft.com/office/drawing/2014/main" id="{3D622AA7-96B7-43C7-82EF-96090F33C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43900"/>
            <a:ext cx="1238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PLC Simulation 사용 매뉴얼  2026.10.25</a:t>
            </a:r>
          </a:p>
        </p:txBody>
      </p:sp>
      <p:sp>
        <p:nvSpPr>
          <p:cNvPr id="5" name="extra-text-3">
            <a:extLst xmlns:a="http://schemas.openxmlformats.org/drawingml/2006/main">
              <a:ext uri="{FF2B5EF4-FFF2-40B4-BE49-F238E27FC236}">
                <a16:creationId xmlns:a16="http://schemas.microsoft.com/office/drawing/2014/main" id="{DFDDB603-61F3-49E9-8D3A-5010372BB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4020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6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6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6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6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6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6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6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6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6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36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시작 조건과 실습 범위</a:t>
            </a:r>
          </a:p>
        </p:txBody>
      </p:sp>
      <p:sp>
        <p:nvSpPr>
          <p:cNvPr id="6" name="extra-text-4">
            <a:extLst xmlns:a="http://schemas.openxmlformats.org/drawingml/2006/main">
              <a:ext uri="{FF2B5EF4-FFF2-40B4-BE49-F238E27FC236}">
                <a16:creationId xmlns:a16="http://schemas.microsoft.com/office/drawing/2014/main" id="{3CB840CA-53E8-42C6-B589-4A4904F1E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19275"/>
            <a:ext cx="13811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실행 환경을 확인한 뒤 첫 동작으로 이동합니다.</a:t>
            </a:r>
          </a:p>
        </p:txBody>
      </p:sp>
      <p:sp>
        <p:nvSpPr>
          <p:cNvPr id="7" name="extra-text-5">
            <a:extLst xmlns:a="http://schemas.openxmlformats.org/drawingml/2006/main">
              <a:ext uri="{FF2B5EF4-FFF2-40B4-BE49-F238E27FC236}">
                <a16:creationId xmlns:a16="http://schemas.microsoft.com/office/drawing/2014/main" id="{774C6839-D48B-4B66-9060-A9A146E3B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0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0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0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0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0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0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0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0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0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210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8" name="extra-text-6">
            <a:extLst xmlns:a="http://schemas.openxmlformats.org/drawingml/2006/main">
              <a:ext uri="{FF2B5EF4-FFF2-40B4-BE49-F238E27FC236}">
                <a16:creationId xmlns:a16="http://schemas.microsoft.com/office/drawing/2014/main" id="{E8521E11-F4E4-4D3D-8956-EEAE04601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81250"/>
            <a:ext cx="13049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로컬 PLC Studio 서버가 http://127.0.0.1:5180/ 에서 실행 중이어야 합니다. 파일을 직접 여는 file://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미리보기에서는 통신할 수 없습니다.</a:t>
            </a:r>
          </a:p>
        </p:txBody>
      </p:sp>
      <p:sp>
        <p:nvSpPr>
          <p:cNvPr id="9" name="extra-text-7">
            <a:extLst xmlns:a="http://schemas.openxmlformats.org/drawingml/2006/main">
              <a:ext uri="{FF2B5EF4-FFF2-40B4-BE49-F238E27FC236}">
                <a16:creationId xmlns:a16="http://schemas.microsoft.com/office/drawing/2014/main" id="{2D16AAAB-D03A-4D9E-B5E3-81AA8195A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8135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0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0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0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0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0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0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0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0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0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210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0" name="extra-text-8">
            <a:extLst xmlns:a="http://schemas.openxmlformats.org/drawingml/2006/main">
              <a:ext uri="{FF2B5EF4-FFF2-40B4-BE49-F238E27FC236}">
                <a16:creationId xmlns:a16="http://schemas.microsoft.com/office/drawing/2014/main" id="{7A89596F-3AE4-40E3-8E88-A14EBAAE7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81350"/>
            <a:ext cx="13049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태그 조회에는 적어도 하나의 활성 드라이버가 필요합니다. 드라이버의 Enabled 상태와 Connected 상태는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서로 다릅니다.</a:t>
            </a:r>
          </a:p>
        </p:txBody>
      </p:sp>
      <p:sp>
        <p:nvSpPr>
          <p:cNvPr id="11" name="extra-text-9">
            <a:extLst xmlns:a="http://schemas.openxmlformats.org/drawingml/2006/main">
              <a:ext uri="{FF2B5EF4-FFF2-40B4-BE49-F238E27FC236}">
                <a16:creationId xmlns:a16="http://schemas.microsoft.com/office/drawing/2014/main" id="{D6509EC4-8695-478C-8CD7-03E4C8C8F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8145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0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0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0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0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0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0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0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0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0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210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2" name="extra-text-10">
            <a:extLst xmlns:a="http://schemas.openxmlformats.org/drawingml/2006/main">
              <a:ext uri="{FF2B5EF4-FFF2-40B4-BE49-F238E27FC236}">
                <a16:creationId xmlns:a16="http://schemas.microsoft.com/office/drawing/2014/main" id="{7D1A0A01-89C7-4D3C-8389-526EE5B3A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981450"/>
            <a:ext cx="13049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Ladder 실습은 다른 사용자의 운전과 겹치지 않는 가상 실습 환경에서 진행합니다. 아래 단일 스캔 실습은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PLC 드라이버 태그 연결이 모두 '가상 I/O'인 경우를 전제로 합니다.</a:t>
            </a:r>
          </a:p>
        </p:txBody>
      </p:sp>
      <p:sp>
        <p:nvSpPr>
          <p:cNvPr id="13" name="extra-text-11">
            <a:extLst xmlns:a="http://schemas.openxmlformats.org/drawingml/2006/main">
              <a:ext uri="{FF2B5EF4-FFF2-40B4-BE49-F238E27FC236}">
                <a16:creationId xmlns:a16="http://schemas.microsoft.com/office/drawing/2014/main" id="{9631A85F-D055-42BC-A71D-849E7ECF4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8155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0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0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0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0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0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0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0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0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0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210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14" name="extra-text-12">
            <a:extLst xmlns:a="http://schemas.openxmlformats.org/drawingml/2006/main">
              <a:ext uri="{FF2B5EF4-FFF2-40B4-BE49-F238E27FC236}">
                <a16:creationId xmlns:a16="http://schemas.microsoft.com/office/drawing/2014/main" id="{32DAA7FD-9BF4-449F-B4CE-FED6BCA5E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81550"/>
            <a:ext cx="13049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화면 수치와 접속 상태는 캡처 시점의 값입니다. 고정된 드라이버 수나 태그 수를 정상 판정 기준으로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사용하지 않습니다.</a:t>
            </a:r>
          </a:p>
        </p:txBody>
      </p:sp>
      <p:sp>
        <p:nvSpPr>
          <p:cNvPr id="15" name="extra-text-13">
            <a:extLst xmlns:a="http://schemas.openxmlformats.org/drawingml/2006/main">
              <a:ext uri="{FF2B5EF4-FFF2-40B4-BE49-F238E27FC236}">
                <a16:creationId xmlns:a16="http://schemas.microsoft.com/office/drawing/2014/main" id="{52095820-65B8-43D6-B2BD-F2ECE348B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57875"/>
            <a:ext cx="1381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2025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rPr>
              <a:t>실습에서 확인하는 범위</a:t>
            </a:r>
          </a:p>
        </p:txBody>
      </p:sp>
      <p:sp>
        <p:nvSpPr>
          <p:cNvPr id="16" name="extra-text-14">
            <a:extLst xmlns:a="http://schemas.openxmlformats.org/drawingml/2006/main">
              <a:ext uri="{FF2B5EF4-FFF2-40B4-BE49-F238E27FC236}">
                <a16:creationId xmlns:a16="http://schemas.microsoft.com/office/drawing/2014/main" id="{C196F13E-6AB3-406A-9131-7CE624765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38112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가상 PLC의 상태 조회, 원본 태그 관측·검색, 가상 Ladder 단일 스캔과 통신 로그 확인. 설비 시뮬레이션의 모터·컨베이어 그림은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가상 장치이며 물리 설비의 운전을 증명하지 않습니다.</a:t>
            </a:r>
          </a:p>
        </p:txBody>
      </p:sp>
    </p:spTree>
    <p:extLst>
      <p:ext uri="{BB962C8B-B14F-4D97-AF65-F5344CB8AC3E}">
        <p14:creationId xmlns:p14="http://schemas.microsoft.com/office/powerpoint/2010/main" val="207312023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text-1">
            <a:extLst xmlns:a="http://schemas.openxmlformats.org/drawingml/2006/main">
              <a:ext uri="{FF2B5EF4-FFF2-40B4-BE49-F238E27FC236}">
                <a16:creationId xmlns:a16="http://schemas.microsoft.com/office/drawing/2014/main" id="{1FD5A8C1-8BD2-4363-B546-7C4ED82B6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323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425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425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425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425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425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425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425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425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425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rPr>
              <a:t>PLC Studio  /  01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15091549-9364-45F8-A8A0-3E751BF8E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7450" y="3238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C3E8AC-7694-4932-91DC-DC592F194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0"/>
            <a:ext cx="1402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1E7"/>
            </a:solidFill>
          </a:ln>
        </p:spPr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3C3684D0-BDBE-4D2D-8B12-CA5C86DB5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43900"/>
            <a:ext cx="1238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PLC Simulation 사용 매뉴얼  2026.10.25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0D525862-1FFF-4A06-87F1-258C56493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4020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PLC 연결과 태그 현황 읽기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566C0DB4-3BD7-4545-9821-7B723C38D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13887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서버 연결, 드라이버, 실제 연결 장치를 구분합니다.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DA5C4D-E15D-4E70-BB2D-3AEC00AEFD4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ba0245f3794a5b"/>
          <a:stretch xmlns:a="http://schemas.openxmlformats.org/drawingml/2006/main"/>
        </p:blipFill>
        <p:spPr>
          <a:xfrm xmlns:a="http://schemas.openxmlformats.org/drawingml/2006/main">
            <a:off x="638175" y="23526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432D2399-8833-4811-B8E1-89E494D1E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7717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9" name="text-7">
            <a:extLst xmlns:a="http://schemas.openxmlformats.org/drawingml/2006/main">
              <a:ext uri="{FF2B5EF4-FFF2-40B4-BE49-F238E27FC236}">
                <a16:creationId xmlns:a16="http://schemas.microsoft.com/office/drawing/2014/main" id="{AE89E0B5-A2EE-42C2-8660-CC53947A1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32410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대시보드 열기</a:t>
            </a:r>
          </a:p>
        </p:txBody>
      </p:sp>
      <p:sp>
        <p:nvSpPr>
          <p:cNvPr id="10" name="text-8">
            <a:extLst xmlns:a="http://schemas.openxmlformats.org/drawingml/2006/main">
              <a:ext uri="{FF2B5EF4-FFF2-40B4-BE49-F238E27FC236}">
                <a16:creationId xmlns:a16="http://schemas.microsoft.com/office/drawing/2014/main" id="{2C7C0E9A-2C58-4AAB-BDDE-1A3226F6B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733675"/>
            <a:ext cx="2714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왼쪽 대시보드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30D24E-2DB3-488D-9CC2-89665F56445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4e1f6d9b474c61"/>
          <a:stretch xmlns:a="http://schemas.openxmlformats.org/drawingml/2006/main"/>
        </p:blipFill>
        <p:spPr>
          <a:xfrm xmlns:a="http://schemas.openxmlformats.org/drawingml/2006/main">
            <a:off x="638175" y="33051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12" name="text-9">
            <a:extLst xmlns:a="http://schemas.openxmlformats.org/drawingml/2006/main">
              <a:ext uri="{FF2B5EF4-FFF2-40B4-BE49-F238E27FC236}">
                <a16:creationId xmlns:a16="http://schemas.microsoft.com/office/drawing/2014/main" id="{AF48EAEF-10BB-40B0-9903-BC0E48FDE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7242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3" name="text-10">
            <a:extLst xmlns:a="http://schemas.openxmlformats.org/drawingml/2006/main">
              <a:ext uri="{FF2B5EF4-FFF2-40B4-BE49-F238E27FC236}">
                <a16:creationId xmlns:a16="http://schemas.microsoft.com/office/drawing/2014/main" id="{9057FBD1-F9CD-4BF8-A927-FD8C5BF9E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27660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연결 배지 확인</a:t>
            </a:r>
          </a:p>
        </p:txBody>
      </p:sp>
      <p:sp>
        <p:nvSpPr>
          <p:cNvPr id="14" name="text-11">
            <a:extLst xmlns:a="http://schemas.openxmlformats.org/drawingml/2006/main">
              <a:ext uri="{FF2B5EF4-FFF2-40B4-BE49-F238E27FC236}">
                <a16:creationId xmlns:a16="http://schemas.microsoft.com/office/drawing/2014/main" id="{2B8B3AF4-1727-43F9-9DAC-01F2AA8BA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686175"/>
            <a:ext cx="27146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실시간 연결 · 재연결 ·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오류</a:t>
            </a:r>
          </a:p>
        </p:txBody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B4C0EC-2A73-4946-AE04-8EF26C9D110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507ddfa77a4ffd"/>
          <a:stretch xmlns:a="http://schemas.openxmlformats.org/drawingml/2006/main"/>
        </p:blipFill>
        <p:spPr>
          <a:xfrm xmlns:a="http://schemas.openxmlformats.org/drawingml/2006/main">
            <a:off x="638175" y="458152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16" name="text-12">
            <a:extLst xmlns:a="http://schemas.openxmlformats.org/drawingml/2006/main">
              <a:ext uri="{FF2B5EF4-FFF2-40B4-BE49-F238E27FC236}">
                <a16:creationId xmlns:a16="http://schemas.microsoft.com/office/drawing/2014/main" id="{43EE3B33-5F21-4B62-A568-BF1A8EE78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00062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7" name="text-13">
            <a:extLst xmlns:a="http://schemas.openxmlformats.org/drawingml/2006/main">
              <a:ext uri="{FF2B5EF4-FFF2-40B4-BE49-F238E27FC236}">
                <a16:creationId xmlns:a16="http://schemas.microsoft.com/office/drawing/2014/main" id="{1B515D25-333D-4FBB-B089-5A2AADB5C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55295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현황 카드 대조</a:t>
            </a:r>
          </a:p>
        </p:txBody>
      </p:sp>
      <p:sp>
        <p:nvSpPr>
          <p:cNvPr id="18" name="text-14">
            <a:extLst xmlns:a="http://schemas.openxmlformats.org/drawingml/2006/main">
              <a:ext uri="{FF2B5EF4-FFF2-40B4-BE49-F238E27FC236}">
                <a16:creationId xmlns:a16="http://schemas.microsoft.com/office/drawing/2014/main" id="{800AC0A9-8766-4DD5-B207-AB81E72D5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962525"/>
            <a:ext cx="27146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드라이버 · PLC · 태그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수 비교</a:t>
            </a:r>
          </a:p>
        </p:txBody>
      </p:sp>
      <p:pic>
        <p:nvPic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699DC0-1B57-460E-93F4-9853C8C9EEC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2db2e8d64d46b4"/>
          <a:stretch xmlns:a="http://schemas.openxmlformats.org/drawingml/2006/main"/>
        </p:blipFill>
        <p:spPr>
          <a:xfrm xmlns:a="http://schemas.openxmlformats.org/drawingml/2006/main">
            <a:off x="638175" y="58578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20" name="text-15">
            <a:extLst xmlns:a="http://schemas.openxmlformats.org/drawingml/2006/main">
              <a:ext uri="{FF2B5EF4-FFF2-40B4-BE49-F238E27FC236}">
                <a16:creationId xmlns:a16="http://schemas.microsoft.com/office/drawing/2014/main" id="{A8037F7A-C149-4002-AE2D-F030CDDFD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62769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21" name="text-16">
            <a:extLst xmlns:a="http://schemas.openxmlformats.org/drawingml/2006/main">
              <a:ext uri="{FF2B5EF4-FFF2-40B4-BE49-F238E27FC236}">
                <a16:creationId xmlns:a16="http://schemas.microsoft.com/office/drawing/2014/main" id="{9E45E53B-D226-4CB3-AF83-8A407AE9B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582930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네트워크 살펴보기</a:t>
            </a:r>
          </a:p>
        </p:txBody>
      </p:sp>
      <p:sp>
        <p:nvSpPr>
          <p:cNvPr id="22" name="text-17">
            <a:extLst xmlns:a="http://schemas.openxmlformats.org/drawingml/2006/main">
              <a:ext uri="{FF2B5EF4-FFF2-40B4-BE49-F238E27FC236}">
                <a16:creationId xmlns:a16="http://schemas.microsoft.com/office/drawing/2014/main" id="{D8B87BAA-4D31-4CDF-9BC9-B9735ADE4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6238875"/>
            <a:ext cx="2714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PLC 네트워크 보기 →</a:t>
            </a:r>
          </a:p>
        </p:txBody>
      </p:sp>
      <p:pic>
        <p:nvPic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A8D47DD-3649-45DB-9D40-C4023170982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86f05336a64a19"/>
          <a:srcRect xmlns:a="http://schemas.openxmlformats.org/drawingml/2006/main" l="17000" t="0" r="2000" b="21000"/>
          <a:stretch xmlns:a="http://schemas.openxmlformats.org/drawingml/2006/main"/>
        </p:blipFill>
        <p:spPr>
          <a:xfrm xmlns:a="http://schemas.openxmlformats.org/drawingml/2006/main">
            <a:off x="6534415" y="2305050"/>
            <a:ext cx="5752570" cy="4324350"/>
          </a:xfrm>
          <a:prstGeom xmlns:a="http://schemas.openxmlformats.org/drawingml/2006/main" prst="rect">
            <a:avLst/>
          </a:prstGeom>
        </p:spPr>
      </p:pic>
      <p:sp>
        <p:nvSpPr>
          <p:cNvPr id="24" name="text-18">
            <a:extLst xmlns:a="http://schemas.openxmlformats.org/drawingml/2006/main">
              <a:ext uri="{FF2B5EF4-FFF2-40B4-BE49-F238E27FC236}">
                <a16:creationId xmlns:a16="http://schemas.microsoft.com/office/drawing/2014/main" id="{534D4B0B-58F2-44DD-9864-3B68433B6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047875"/>
            <a:ext cx="762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실제 화면 확대</a:t>
            </a:r>
          </a:p>
        </p:txBody>
      </p:sp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5D47868-BD9C-43E1-A2E3-D79A1E1BDE5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c549a494eb4141"/>
          <a:stretch xmlns:a="http://schemas.openxmlformats.org/drawingml/2006/main"/>
        </p:blipFill>
        <p:spPr>
          <a:xfrm xmlns:a="http://schemas.openxmlformats.org/drawingml/2006/main">
            <a:off x="4219575" y="6781800"/>
            <a:ext cx="295275" cy="295275"/>
          </a:xfrm>
          <a:prstGeom xmlns:a="http://schemas.openxmlformats.org/drawingml/2006/main" prst="rect">
            <a:avLst/>
          </a:prstGeom>
        </p:spPr>
      </p:pic>
      <p:sp>
        <p:nvSpPr>
          <p:cNvPr id="26" name="text-19">
            <a:extLst xmlns:a="http://schemas.openxmlformats.org/drawingml/2006/main">
              <a:ext uri="{FF2B5EF4-FFF2-40B4-BE49-F238E27FC236}">
                <a16:creationId xmlns:a16="http://schemas.microsoft.com/office/drawing/2014/main" id="{7390F714-0E86-48CB-8DB5-D9D2E0B49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6772275"/>
            <a:ext cx="99536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드라이버 활성화나 태그 존재만으로 실제 통신 성공을 판단하지 않습니다.</a:t>
            </a:r>
          </a:p>
        </p:txBody>
      </p:sp>
      <p:pic>
        <p:nvPic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80A76F3-F3B9-40AB-BADC-C723FD418A1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3c649befe24f96"/>
          <a:stretch xmlns:a="http://schemas.openxmlformats.org/drawingml/2006/main"/>
        </p:blipFill>
        <p:spPr>
          <a:xfrm xmlns:a="http://schemas.openxmlformats.org/drawingml/2006/main">
            <a:off x="628650" y="754380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28" name="text-20">
            <a:extLst xmlns:a="http://schemas.openxmlformats.org/drawingml/2006/main">
              <a:ext uri="{FF2B5EF4-FFF2-40B4-BE49-F238E27FC236}">
                <a16:creationId xmlns:a16="http://schemas.microsoft.com/office/drawing/2014/main" id="{48696DC9-7710-4696-A155-B5BF0B134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7515225"/>
            <a:ext cx="13411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현재 카운트와 Driver Health가 표시됩니다.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모델 카탈로그 수와 실제 연결 수는 다릅니다.</a:t>
            </a:r>
          </a:p>
        </p:txBody>
      </p:sp>
    </p:spTree>
    <p:extLst>
      <p:ext uri="{BB962C8B-B14F-4D97-AF65-F5344CB8AC3E}">
        <p14:creationId xmlns:p14="http://schemas.microsoft.com/office/powerpoint/2010/main" val="53945046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text-1">
            <a:extLst xmlns:a="http://schemas.openxmlformats.org/drawingml/2006/main">
              <a:ext uri="{FF2B5EF4-FFF2-40B4-BE49-F238E27FC236}">
                <a16:creationId xmlns:a16="http://schemas.microsoft.com/office/drawing/2014/main" id="{14457E9E-1619-498B-8D26-180AD5947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323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425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425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425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425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425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425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425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425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425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rPr>
              <a:t>PLC Studio  /  02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D667B40C-292D-4710-9DE6-7A468713B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7450" y="3238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B30840-792A-4744-852E-4B002CE7B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0"/>
            <a:ext cx="1402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1E7"/>
            </a:solidFill>
          </a:ln>
        </p:spPr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DD83C091-715E-48CE-AE1A-8496D2859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43900"/>
            <a:ext cx="1238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PLC Simulation 사용 매뉴얼  2026.10.25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7C5ABC39-69F8-4385-9F58-B56E161B0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4020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태그 값·품질·시각 확인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0DE7BA94-AC0F-4563-8BF0-3B2B9F271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13887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하나의 태그를 값과 근거가 있는 관측값으로 읽습니다.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72EB09-B589-4FA7-9E16-84E642BD58D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4922e52dbe4e5d"/>
          <a:stretch xmlns:a="http://schemas.openxmlformats.org/drawingml/2006/main"/>
        </p:blipFill>
        <p:spPr>
          <a:xfrm xmlns:a="http://schemas.openxmlformats.org/drawingml/2006/main">
            <a:off x="638175" y="23526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4CC9DBD8-67A1-4B22-9974-00E389F41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7717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9" name="text-7">
            <a:extLst xmlns:a="http://schemas.openxmlformats.org/drawingml/2006/main">
              <a:ext uri="{FF2B5EF4-FFF2-40B4-BE49-F238E27FC236}">
                <a16:creationId xmlns:a16="http://schemas.microsoft.com/office/drawing/2014/main" id="{0E5FB35D-0466-4152-9A03-1A542BA77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32410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태그 모니터 열기</a:t>
            </a:r>
          </a:p>
        </p:txBody>
      </p:sp>
      <p:sp>
        <p:nvSpPr>
          <p:cNvPr id="10" name="text-8">
            <a:extLst xmlns:a="http://schemas.openxmlformats.org/drawingml/2006/main">
              <a:ext uri="{FF2B5EF4-FFF2-40B4-BE49-F238E27FC236}">
                <a16:creationId xmlns:a16="http://schemas.microsoft.com/office/drawing/2014/main" id="{CEDD1243-8305-4A61-87DF-C35D4B5B6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733675"/>
            <a:ext cx="2714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Tag Explorer에서 선택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BF8CEF-D4FB-42EE-AABB-B016E03257D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58c8cde0aa46f0"/>
          <a:stretch xmlns:a="http://schemas.openxmlformats.org/drawingml/2006/main"/>
        </p:blipFill>
        <p:spPr>
          <a:xfrm xmlns:a="http://schemas.openxmlformats.org/drawingml/2006/main">
            <a:off x="638175" y="33051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12" name="text-9">
            <a:extLst xmlns:a="http://schemas.openxmlformats.org/drawingml/2006/main">
              <a:ext uri="{FF2B5EF4-FFF2-40B4-BE49-F238E27FC236}">
                <a16:creationId xmlns:a16="http://schemas.microsoft.com/office/drawing/2014/main" id="{9E7F0627-209A-4800-9145-AA3B8C51D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7242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3" name="text-10">
            <a:extLst xmlns:a="http://schemas.openxmlformats.org/drawingml/2006/main">
              <a:ext uri="{FF2B5EF4-FFF2-40B4-BE49-F238E27FC236}">
                <a16:creationId xmlns:a16="http://schemas.microsoft.com/office/drawing/2014/main" id="{C0C1F331-AA36-40FB-8FCB-BD6105686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27660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태그 식별 확인</a:t>
            </a:r>
          </a:p>
        </p:txBody>
      </p:sp>
      <p:sp>
        <p:nvSpPr>
          <p:cNvPr id="14" name="text-11">
            <a:extLst xmlns:a="http://schemas.openxmlformats.org/drawingml/2006/main">
              <a:ext uri="{FF2B5EF4-FFF2-40B4-BE49-F238E27FC236}">
                <a16:creationId xmlns:a16="http://schemas.microsoft.com/office/drawing/2014/main" id="{472D4727-8442-41C2-9295-71C98DCB4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686175"/>
            <a:ext cx="27146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주소 · 이름 · 드라이버 ·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형식</a:t>
            </a:r>
          </a:p>
        </p:txBody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EA68DD-9F85-4757-942B-C452017C474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61e13a110f4822"/>
          <a:stretch xmlns:a="http://schemas.openxmlformats.org/drawingml/2006/main"/>
        </p:blipFill>
        <p:spPr>
          <a:xfrm xmlns:a="http://schemas.openxmlformats.org/drawingml/2006/main">
            <a:off x="638175" y="458152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16" name="text-12">
            <a:extLst xmlns:a="http://schemas.openxmlformats.org/drawingml/2006/main">
              <a:ext uri="{FF2B5EF4-FFF2-40B4-BE49-F238E27FC236}">
                <a16:creationId xmlns:a16="http://schemas.microsoft.com/office/drawing/2014/main" id="{BAC41408-3D7F-4D32-9F19-30CEB9854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00062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7" name="text-13">
            <a:extLst xmlns:a="http://schemas.openxmlformats.org/drawingml/2006/main">
              <a:ext uri="{FF2B5EF4-FFF2-40B4-BE49-F238E27FC236}">
                <a16:creationId xmlns:a16="http://schemas.microsoft.com/office/drawing/2014/main" id="{CAAA9B52-5961-48F7-90AB-2187A46BA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55295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값과 근거 읽기</a:t>
            </a:r>
          </a:p>
        </p:txBody>
      </p:sp>
      <p:sp>
        <p:nvSpPr>
          <p:cNvPr id="18" name="text-14">
            <a:extLst xmlns:a="http://schemas.openxmlformats.org/drawingml/2006/main">
              <a:ext uri="{FF2B5EF4-FFF2-40B4-BE49-F238E27FC236}">
                <a16:creationId xmlns:a16="http://schemas.microsoft.com/office/drawing/2014/main" id="{6AA562DC-3799-4BB0-B814-9ADFB57AE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962525"/>
            <a:ext cx="2714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값 · 품질 · 원본 시각</a:t>
            </a:r>
          </a:p>
        </p:txBody>
      </p:sp>
      <p:pic>
        <p:nvPic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377419-2253-4CE6-B869-110A37A2D4A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71605a78334a8d"/>
          <a:stretch xmlns:a="http://schemas.openxmlformats.org/drawingml/2006/main"/>
        </p:blipFill>
        <p:spPr>
          <a:xfrm xmlns:a="http://schemas.openxmlformats.org/drawingml/2006/main">
            <a:off x="638175" y="553402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20" name="text-15">
            <a:extLst xmlns:a="http://schemas.openxmlformats.org/drawingml/2006/main">
              <a:ext uri="{FF2B5EF4-FFF2-40B4-BE49-F238E27FC236}">
                <a16:creationId xmlns:a16="http://schemas.microsoft.com/office/drawing/2014/main" id="{0D524B46-3AD0-471F-81C8-9AA43215A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95312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21" name="text-16">
            <a:extLst xmlns:a="http://schemas.openxmlformats.org/drawingml/2006/main">
              <a:ext uri="{FF2B5EF4-FFF2-40B4-BE49-F238E27FC236}">
                <a16:creationId xmlns:a16="http://schemas.microsoft.com/office/drawing/2014/main" id="{7C4E1005-83CA-4D4F-AFCF-A2B69DFAA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550545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현재 스냅샷 갱신</a:t>
            </a:r>
          </a:p>
        </p:txBody>
      </p:sp>
      <p:sp>
        <p:nvSpPr>
          <p:cNvPr id="22" name="text-17">
            <a:extLst xmlns:a="http://schemas.openxmlformats.org/drawingml/2006/main">
              <a:ext uri="{FF2B5EF4-FFF2-40B4-BE49-F238E27FC236}">
                <a16:creationId xmlns:a16="http://schemas.microsoft.com/office/drawing/2014/main" id="{D809484F-9732-4ECC-87BF-751906E3A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5915025"/>
            <a:ext cx="27146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Refresh로 현재값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재조회</a:t>
            </a:r>
          </a:p>
        </p:txBody>
      </p:sp>
      <p:pic>
        <p:nvPic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333FDBE-A3E2-4D57-8D99-9460EC8A9F5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3547b90e9a4ed4"/>
          <a:srcRect xmlns:a="http://schemas.openxmlformats.org/drawingml/2006/main" l="35000" t="10000" r="3000" b="56000"/>
          <a:stretch xmlns:a="http://schemas.openxmlformats.org/drawingml/2006/main"/>
        </p:blipFill>
        <p:spPr>
          <a:xfrm xmlns:a="http://schemas.openxmlformats.org/drawingml/2006/main">
            <a:off x="4295216" y="2305050"/>
            <a:ext cx="10230969" cy="4324350"/>
          </a:xfrm>
          <a:prstGeom xmlns:a="http://schemas.openxmlformats.org/drawingml/2006/main" prst="rect">
            <a:avLst/>
          </a:prstGeom>
        </p:spPr>
      </p:pic>
      <p:sp>
        <p:nvSpPr>
          <p:cNvPr id="24" name="text-18">
            <a:extLst xmlns:a="http://schemas.openxmlformats.org/drawingml/2006/main">
              <a:ext uri="{FF2B5EF4-FFF2-40B4-BE49-F238E27FC236}">
                <a16:creationId xmlns:a16="http://schemas.microsoft.com/office/drawing/2014/main" id="{C8425F06-1E41-4F28-9737-88A40C503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047875"/>
            <a:ext cx="762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실제 화면 확대</a:t>
            </a:r>
          </a:p>
        </p:txBody>
      </p:sp>
      <p:sp>
        <p:nvSpPr>
          <p:cNvPr id="25" name="screenshot-annotation-2">
            <a:extLst xmlns:a="http://schemas.openxmlformats.org/drawingml/2006/main">
              <a:ext uri="{FF2B5EF4-FFF2-40B4-BE49-F238E27FC236}">
                <a16:creationId xmlns:a16="http://schemas.microsoft.com/office/drawing/2014/main" id="{5A3341E6-6AAB-486E-A50B-EBDF926EB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6739" y="547801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D81"/>
          </a:solidFill>
          <a:ln xmlns:a="http://schemas.openxmlformats.org/drawingml/2006/main" w="28575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26" name="screenshot-annotation-3">
            <a:extLst xmlns:a="http://schemas.openxmlformats.org/drawingml/2006/main">
              <a:ext uri="{FF2B5EF4-FFF2-40B4-BE49-F238E27FC236}">
                <a16:creationId xmlns:a16="http://schemas.microsoft.com/office/drawing/2014/main" id="{9FDA950C-C394-4EA4-B237-CEC6CA6C8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2249" y="370503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D81"/>
          </a:solidFill>
          <a:ln xmlns:a="http://schemas.openxmlformats.org/drawingml/2006/main" w="28575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27" name="screenshot-annotation-4">
            <a:extLst xmlns:a="http://schemas.openxmlformats.org/drawingml/2006/main">
              <a:ext uri="{FF2B5EF4-FFF2-40B4-BE49-F238E27FC236}">
                <a16:creationId xmlns:a16="http://schemas.microsoft.com/office/drawing/2014/main" id="{AD000D4E-C048-44C8-A094-7C0D812F8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8443" y="2450973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D81"/>
          </a:solidFill>
          <a:ln xmlns:a="http://schemas.openxmlformats.org/drawingml/2006/main" w="28575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pic>
        <p:nvPic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C10BC39-A4B9-4BAA-A09F-BBB71A8B509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e667ce671048eb"/>
          <a:stretch xmlns:a="http://schemas.openxmlformats.org/drawingml/2006/main"/>
        </p:blipFill>
        <p:spPr>
          <a:xfrm xmlns:a="http://schemas.openxmlformats.org/drawingml/2006/main">
            <a:off x="4219575" y="6781800"/>
            <a:ext cx="295275" cy="295275"/>
          </a:xfrm>
          <a:prstGeom xmlns:a="http://schemas.openxmlformats.org/drawingml/2006/main" prst="rect">
            <a:avLst/>
          </a:prstGeom>
        </p:spPr>
      </p:pic>
      <p:sp>
        <p:nvSpPr>
          <p:cNvPr id="29" name="text-19">
            <a:extLst xmlns:a="http://schemas.openxmlformats.org/drawingml/2006/main">
              <a:ext uri="{FF2B5EF4-FFF2-40B4-BE49-F238E27FC236}">
                <a16:creationId xmlns:a16="http://schemas.microsoft.com/office/drawing/2014/main" id="{1533D957-89CF-4FC0-A284-AB5BAF93F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6772275"/>
            <a:ext cx="99536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GOOD이어도 시각이 오래되면 현재 값으로 단정하지 않습니다.</a:t>
            </a:r>
          </a:p>
        </p:txBody>
      </p:sp>
      <p:pic>
        <p:nvPic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5470184-22E6-4FD9-A76D-8555120305D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ff47b7098949e8"/>
          <a:stretch xmlns:a="http://schemas.openxmlformats.org/drawingml/2006/main"/>
        </p:blipFill>
        <p:spPr>
          <a:xfrm xmlns:a="http://schemas.openxmlformats.org/drawingml/2006/main">
            <a:off x="628650" y="754380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31" name="text-20">
            <a:extLst xmlns:a="http://schemas.openxmlformats.org/drawingml/2006/main">
              <a:ext uri="{FF2B5EF4-FFF2-40B4-BE49-F238E27FC236}">
                <a16:creationId xmlns:a16="http://schemas.microsoft.com/office/drawing/2014/main" id="{3FC9087C-29FC-41A7-A454-8C198D8AB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7515225"/>
            <a:ext cx="13411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원본 값과 품질, 브라우저 로컬 시각이 보입니다.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조회 실습에서는 Write를 사용하지 않습니다.</a:t>
            </a:r>
          </a:p>
        </p:txBody>
      </p:sp>
    </p:spTree>
    <p:extLst>
      <p:ext uri="{BB962C8B-B14F-4D97-AF65-F5344CB8AC3E}">
        <p14:creationId xmlns:p14="http://schemas.microsoft.com/office/powerpoint/2010/main" val="22963339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text-1">
            <a:extLst xmlns:a="http://schemas.openxmlformats.org/drawingml/2006/main">
              <a:ext uri="{FF2B5EF4-FFF2-40B4-BE49-F238E27FC236}">
                <a16:creationId xmlns:a16="http://schemas.microsoft.com/office/drawing/2014/main" id="{A6DDCE7A-21BA-41BC-B4FF-6E3D44926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323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425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425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425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425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425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425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425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425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425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rPr>
              <a:t>PLC Studio  /  03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7F95A808-FEA1-4816-B0CE-7C131A0F6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7450" y="3238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8C099B-97E5-4828-BFBF-6E1CF009B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0"/>
            <a:ext cx="1402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1E7"/>
            </a:solidFill>
          </a:ln>
        </p:spPr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E92BE14C-CBEB-48D6-920B-2F3534E83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43900"/>
            <a:ext cx="1238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PLC Simulation 사용 매뉴얼  2026.10.25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9A52EC1B-3A70-493B-8803-694E86885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4020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원하는 태그만 빠르게 찾기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1BCF02C4-975B-4C61-BEC1-A11FD08B9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13887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검색어와 품질을 함께 적용해 목록을 좁힙니다.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56BC6C-54D0-4A7A-9EB5-4E0972B7378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94ea1a8a2848f7"/>
          <a:stretch xmlns:a="http://schemas.openxmlformats.org/drawingml/2006/main"/>
        </p:blipFill>
        <p:spPr>
          <a:xfrm xmlns:a="http://schemas.openxmlformats.org/drawingml/2006/main">
            <a:off x="638175" y="23526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3BF93557-65B1-4479-BB6E-E8CD2EBE4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7717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9" name="text-7">
            <a:extLst xmlns:a="http://schemas.openxmlformats.org/drawingml/2006/main">
              <a:ext uri="{FF2B5EF4-FFF2-40B4-BE49-F238E27FC236}">
                <a16:creationId xmlns:a16="http://schemas.microsoft.com/office/drawing/2014/main" id="{8CACE6DA-567F-4F8D-A20D-D2066244D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32410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이름이나 주소 검색</a:t>
            </a:r>
          </a:p>
        </p:txBody>
      </p:sp>
      <p:sp>
        <p:nvSpPr>
          <p:cNvPr id="10" name="text-8">
            <a:extLst xmlns:a="http://schemas.openxmlformats.org/drawingml/2006/main">
              <a:ext uri="{FF2B5EF4-FFF2-40B4-BE49-F238E27FC236}">
                <a16:creationId xmlns:a16="http://schemas.microsoft.com/office/drawing/2014/main" id="{101EB93B-25D1-4D16-9F91-A6EF48A80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733675"/>
            <a:ext cx="2714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태그 검색: Temp_PV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8A122B-D6FE-4D43-8AE4-CB436DF25F0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22ad4ba6484002"/>
          <a:stretch xmlns:a="http://schemas.openxmlformats.org/drawingml/2006/main"/>
        </p:blipFill>
        <p:spPr>
          <a:xfrm xmlns:a="http://schemas.openxmlformats.org/drawingml/2006/main">
            <a:off x="638175" y="33051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12" name="text-9">
            <a:extLst xmlns:a="http://schemas.openxmlformats.org/drawingml/2006/main">
              <a:ext uri="{FF2B5EF4-FFF2-40B4-BE49-F238E27FC236}">
                <a16:creationId xmlns:a16="http://schemas.microsoft.com/office/drawing/2014/main" id="{0B2DB306-342D-4EC1-A7E3-6713799BC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7242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3" name="text-10">
            <a:extLst xmlns:a="http://schemas.openxmlformats.org/drawingml/2006/main">
              <a:ext uri="{FF2B5EF4-FFF2-40B4-BE49-F238E27FC236}">
                <a16:creationId xmlns:a16="http://schemas.microsoft.com/office/drawing/2014/main" id="{FBEE2DF7-FDE9-4050-9D6B-DFA16F034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27660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품질 조건 선택</a:t>
            </a:r>
          </a:p>
        </p:txBody>
      </p:sp>
      <p:sp>
        <p:nvSpPr>
          <p:cNvPr id="14" name="text-11">
            <a:extLst xmlns:a="http://schemas.openxmlformats.org/drawingml/2006/main">
              <a:ext uri="{FF2B5EF4-FFF2-40B4-BE49-F238E27FC236}">
                <a16:creationId xmlns:a16="http://schemas.microsoft.com/office/drawing/2014/main" id="{B2252318-0AAE-4BDB-8D6B-FD2799D48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686175"/>
            <a:ext cx="2714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정상 또는 확인 필요</a:t>
            </a:r>
          </a:p>
        </p:txBody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9CED6C-25EF-4BE8-9495-DED5F787ED0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9fc3229a0e47c4"/>
          <a:stretch xmlns:a="http://schemas.openxmlformats.org/drawingml/2006/main"/>
        </p:blipFill>
        <p:spPr>
          <a:xfrm xmlns:a="http://schemas.openxmlformats.org/drawingml/2006/main">
            <a:off x="638175" y="42576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16" name="text-12">
            <a:extLst xmlns:a="http://schemas.openxmlformats.org/drawingml/2006/main">
              <a:ext uri="{FF2B5EF4-FFF2-40B4-BE49-F238E27FC236}">
                <a16:creationId xmlns:a16="http://schemas.microsoft.com/office/drawing/2014/main" id="{9CA7B405-0AE4-4EA5-B466-4C0664A91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6767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7" name="text-13">
            <a:extLst xmlns:a="http://schemas.openxmlformats.org/drawingml/2006/main">
              <a:ext uri="{FF2B5EF4-FFF2-40B4-BE49-F238E27FC236}">
                <a16:creationId xmlns:a16="http://schemas.microsoft.com/office/drawing/2014/main" id="{E47BC1C7-FF56-40D2-A193-51898E43C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22910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결과 수 확인</a:t>
            </a:r>
          </a:p>
        </p:txBody>
      </p:sp>
      <p:sp>
        <p:nvSpPr>
          <p:cNvPr id="18" name="text-14">
            <a:extLst xmlns:a="http://schemas.openxmlformats.org/drawingml/2006/main">
              <a:ext uri="{FF2B5EF4-FFF2-40B4-BE49-F238E27FC236}">
                <a16:creationId xmlns:a16="http://schemas.microsoft.com/office/drawing/2014/main" id="{A42B7D86-0573-4B4C-90C5-AD7DA48C4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638675"/>
            <a:ext cx="27146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표시 건수 / 전체 태그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수</a:t>
            </a:r>
          </a:p>
        </p:txBody>
      </p:sp>
      <p:pic>
        <p:nvPic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E10412-1EE6-4E58-AA5B-12D051531A9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47311dcfd94110"/>
          <a:stretch xmlns:a="http://schemas.openxmlformats.org/drawingml/2006/main"/>
        </p:blipFill>
        <p:spPr>
          <a:xfrm xmlns:a="http://schemas.openxmlformats.org/drawingml/2006/main">
            <a:off x="638175" y="553402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20" name="text-15">
            <a:extLst xmlns:a="http://schemas.openxmlformats.org/drawingml/2006/main">
              <a:ext uri="{FF2B5EF4-FFF2-40B4-BE49-F238E27FC236}">
                <a16:creationId xmlns:a16="http://schemas.microsoft.com/office/drawing/2014/main" id="{9B27C344-C84C-49E7-A764-3F89E4B71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95312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21" name="text-16">
            <a:extLst xmlns:a="http://schemas.openxmlformats.org/drawingml/2006/main">
              <a:ext uri="{FF2B5EF4-FFF2-40B4-BE49-F238E27FC236}">
                <a16:creationId xmlns:a16="http://schemas.microsoft.com/office/drawing/2014/main" id="{BBD91F95-6CDF-4BE1-9D03-BC6A48E88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550545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전체 목록 복귀</a:t>
            </a:r>
          </a:p>
        </p:txBody>
      </p:sp>
      <p:sp>
        <p:nvSpPr>
          <p:cNvPr id="22" name="text-17">
            <a:extLst xmlns:a="http://schemas.openxmlformats.org/drawingml/2006/main">
              <a:ext uri="{FF2B5EF4-FFF2-40B4-BE49-F238E27FC236}">
                <a16:creationId xmlns:a16="http://schemas.microsoft.com/office/drawing/2014/main" id="{6BF2EF7C-B7DD-43C7-AB11-03D97BED3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5915025"/>
            <a:ext cx="2714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검색 삭제 → 모든 품질</a:t>
            </a:r>
          </a:p>
        </p:txBody>
      </p:sp>
      <p:pic>
        <p:nvPic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D2E68C-1269-4740-A746-261910A672B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b237eab301474f"/>
          <a:srcRect xmlns:a="http://schemas.openxmlformats.org/drawingml/2006/main" l="35000" t="16000" r="2000" b="52000"/>
          <a:stretch xmlns:a="http://schemas.openxmlformats.org/drawingml/2006/main"/>
        </p:blipFill>
        <p:spPr>
          <a:xfrm xmlns:a="http://schemas.openxmlformats.org/drawingml/2006/main">
            <a:off x="4191000" y="2423738"/>
            <a:ext cx="10439400" cy="4086973"/>
          </a:xfrm>
          <a:prstGeom xmlns:a="http://schemas.openxmlformats.org/drawingml/2006/main" prst="rect">
            <a:avLst/>
          </a:prstGeom>
        </p:spPr>
      </p:pic>
      <p:sp>
        <p:nvSpPr>
          <p:cNvPr id="24" name="text-18">
            <a:extLst xmlns:a="http://schemas.openxmlformats.org/drawingml/2006/main">
              <a:ext uri="{FF2B5EF4-FFF2-40B4-BE49-F238E27FC236}">
                <a16:creationId xmlns:a16="http://schemas.microsoft.com/office/drawing/2014/main" id="{37B93AA0-CFEC-4DD3-8755-7A61AEE22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047875"/>
            <a:ext cx="762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실제 화면 확대</a:t>
            </a:r>
          </a:p>
        </p:txBody>
      </p:sp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C0EFCFF-B30A-4B22-BBF7-B0197BCD885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4b8cc0e6ed48f8"/>
          <a:stretch xmlns:a="http://schemas.openxmlformats.org/drawingml/2006/main"/>
        </p:blipFill>
        <p:spPr>
          <a:xfrm xmlns:a="http://schemas.openxmlformats.org/drawingml/2006/main">
            <a:off x="4219575" y="6781800"/>
            <a:ext cx="295275" cy="295275"/>
          </a:xfrm>
          <a:prstGeom xmlns:a="http://schemas.openxmlformats.org/drawingml/2006/main" prst="rect">
            <a:avLst/>
          </a:prstGeom>
        </p:spPr>
      </p:pic>
      <p:sp>
        <p:nvSpPr>
          <p:cNvPr id="26" name="text-19">
            <a:extLst xmlns:a="http://schemas.openxmlformats.org/drawingml/2006/main">
              <a:ext uri="{FF2B5EF4-FFF2-40B4-BE49-F238E27FC236}">
                <a16:creationId xmlns:a16="http://schemas.microsoft.com/office/drawing/2014/main" id="{EFD3555E-542B-4ED2-AA32-25A2D9302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6772275"/>
            <a:ext cx="99536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검색 결과 0건은 조건 불일치일 수 있습니다. 원본 태그는 바뀌지 않습니다.</a:t>
            </a:r>
          </a:p>
        </p:txBody>
      </p:sp>
      <p:pic>
        <p:nvPic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F638E9B-EE8B-4156-92C3-B6346A6636D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e32f53646c4499"/>
          <a:stretch xmlns:a="http://schemas.openxmlformats.org/drawingml/2006/main"/>
        </p:blipFill>
        <p:spPr>
          <a:xfrm xmlns:a="http://schemas.openxmlformats.org/drawingml/2006/main">
            <a:off x="628650" y="754380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28" name="text-20">
            <a:extLst xmlns:a="http://schemas.openxmlformats.org/drawingml/2006/main">
              <a:ext uri="{FF2B5EF4-FFF2-40B4-BE49-F238E27FC236}">
                <a16:creationId xmlns:a16="http://schemas.microsoft.com/office/drawing/2014/main" id="{7284CAF4-A336-4A21-BC6B-5C73B7611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7515225"/>
            <a:ext cx="13411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캡처 예시는 Temp_PV·정상 조건의 4/24개입니다.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필터 중에도 값·품질·시각은 갱신됩니다.</a:t>
            </a:r>
          </a:p>
        </p:txBody>
      </p:sp>
    </p:spTree>
    <p:extLst>
      <p:ext uri="{BB962C8B-B14F-4D97-AF65-F5344CB8AC3E}">
        <p14:creationId xmlns:p14="http://schemas.microsoft.com/office/powerpoint/2010/main" val="105275421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text-1">
            <a:extLst xmlns:a="http://schemas.openxmlformats.org/drawingml/2006/main">
              <a:ext uri="{FF2B5EF4-FFF2-40B4-BE49-F238E27FC236}">
                <a16:creationId xmlns:a16="http://schemas.microsoft.com/office/drawing/2014/main" id="{109D7CAA-6AC0-439C-9D3B-B6881AA97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323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425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425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425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425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425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425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425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425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425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rPr>
              <a:t>PLC Studio  /  04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DDBB0208-9A48-4DA5-A814-8B2BA40D8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7450" y="3238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5232C0-0ACF-42AA-BB2B-CC45A4625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0"/>
            <a:ext cx="1402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1E7"/>
            </a:solidFill>
          </a:ln>
        </p:spPr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639A6B87-1467-4934-A634-DBE9BE70B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43900"/>
            <a:ext cx="1238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PLC Simulation 사용 매뉴얼  2026.10.25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A70A5E4B-4BE2-40F7-84A4-39D99FAFD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4020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가상 Ladder 한 번 실행하기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5506E6CF-67FC-4C61-BC7D-69D9BA202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13887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가상 I/O에서 접점과 코일의 단일 계산을 관찰합니다.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6FD209-0B97-42F3-9B78-22449DD8D4A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bb5a03bd2d416c"/>
          <a:stretch xmlns:a="http://schemas.openxmlformats.org/drawingml/2006/main"/>
        </p:blipFill>
        <p:spPr>
          <a:xfrm xmlns:a="http://schemas.openxmlformats.org/drawingml/2006/main">
            <a:off x="638175" y="23526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2DB11DCE-D639-4E3F-9816-3A3F18CD1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7717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9" name="text-7">
            <a:extLst xmlns:a="http://schemas.openxmlformats.org/drawingml/2006/main">
              <a:ext uri="{FF2B5EF4-FFF2-40B4-BE49-F238E27FC236}">
                <a16:creationId xmlns:a16="http://schemas.microsoft.com/office/drawing/2014/main" id="{BF8F8790-BAEE-40F6-A824-8902C6CEC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32410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프로그램 확인</a:t>
            </a:r>
          </a:p>
        </p:txBody>
      </p:sp>
      <p:sp>
        <p:nvSpPr>
          <p:cNvPr id="10" name="text-8">
            <a:extLst xmlns:a="http://schemas.openxmlformats.org/drawingml/2006/main">
              <a:ext uri="{FF2B5EF4-FFF2-40B4-BE49-F238E27FC236}">
                <a16:creationId xmlns:a16="http://schemas.microsoft.com/office/drawing/2014/main" id="{A91B1947-EE1C-41FC-BD91-3C48C8412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733675"/>
            <a:ext cx="27146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Ladder 프로그램 ·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내보내기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D9F9D4-FBA2-41C2-AD74-FE1032715E8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077c6d3b104588"/>
          <a:stretch xmlns:a="http://schemas.openxmlformats.org/drawingml/2006/main"/>
        </p:blipFill>
        <p:spPr>
          <a:xfrm xmlns:a="http://schemas.openxmlformats.org/drawingml/2006/main">
            <a:off x="638175" y="3488531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12" name="text-9">
            <a:extLst xmlns:a="http://schemas.openxmlformats.org/drawingml/2006/main">
              <a:ext uri="{FF2B5EF4-FFF2-40B4-BE49-F238E27FC236}">
                <a16:creationId xmlns:a16="http://schemas.microsoft.com/office/drawing/2014/main" id="{91D15906-66FF-4BA0-824E-C30831C0A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907631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3" name="text-10">
            <a:extLst xmlns:a="http://schemas.openxmlformats.org/drawingml/2006/main">
              <a:ext uri="{FF2B5EF4-FFF2-40B4-BE49-F238E27FC236}">
                <a16:creationId xmlns:a16="http://schemas.microsoft.com/office/drawing/2014/main" id="{DF5284E1-B5A5-493E-B2D9-75BA489C2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459956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가상 I/O 확인</a:t>
            </a:r>
          </a:p>
        </p:txBody>
      </p:sp>
      <p:sp>
        <p:nvSpPr>
          <p:cNvPr id="14" name="text-11">
            <a:extLst xmlns:a="http://schemas.openxmlformats.org/drawingml/2006/main">
              <a:ext uri="{FF2B5EF4-FFF2-40B4-BE49-F238E27FC236}">
                <a16:creationId xmlns:a16="http://schemas.microsoft.com/office/drawing/2014/main" id="{D3EA2431-E8EB-464A-A8B5-D38EBDCC6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869531"/>
            <a:ext cx="27146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태그 연결이 가상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I/O인지 확인</a:t>
            </a:r>
          </a:p>
        </p:txBody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11BF41-A712-4F99-A18A-DED753EEB9F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4bf5dfadeb4ad1"/>
          <a:stretch xmlns:a="http://schemas.openxmlformats.org/drawingml/2006/main"/>
        </p:blipFill>
        <p:spPr>
          <a:xfrm xmlns:a="http://schemas.openxmlformats.org/drawingml/2006/main">
            <a:off x="638175" y="4624388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16" name="text-12">
            <a:extLst xmlns:a="http://schemas.openxmlformats.org/drawingml/2006/main">
              <a:ext uri="{FF2B5EF4-FFF2-40B4-BE49-F238E27FC236}">
                <a16:creationId xmlns:a16="http://schemas.microsoft.com/office/drawing/2014/main" id="{ADEAFC1B-643F-43CD-A6AC-5A2E16E83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043488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7" name="text-13">
            <a:extLst xmlns:a="http://schemas.openxmlformats.org/drawingml/2006/main">
              <a:ext uri="{FF2B5EF4-FFF2-40B4-BE49-F238E27FC236}">
                <a16:creationId xmlns:a16="http://schemas.microsoft.com/office/drawing/2014/main" id="{2E61AF31-57D2-489E-B6D6-F4C2603A4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595813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정지 후 초기화</a:t>
            </a:r>
          </a:p>
        </p:txBody>
      </p:sp>
      <p:sp>
        <p:nvSpPr>
          <p:cNvPr id="18" name="text-14">
            <a:extLst xmlns:a="http://schemas.openxmlformats.org/drawingml/2006/main">
              <a:ext uri="{FF2B5EF4-FFF2-40B4-BE49-F238E27FC236}">
                <a16:creationId xmlns:a16="http://schemas.microsoft.com/office/drawing/2014/main" id="{E164C047-3603-43D1-BD3C-06196C5E4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5005388"/>
            <a:ext cx="2714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■ 정지 → 초기화</a:t>
            </a:r>
          </a:p>
        </p:txBody>
      </p:sp>
      <p:pic>
        <p:nvPic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BF6816-B535-4E86-B913-B8099F63783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c806ef174b4f41"/>
          <a:stretch xmlns:a="http://schemas.openxmlformats.org/drawingml/2006/main"/>
        </p:blipFill>
        <p:spPr>
          <a:xfrm xmlns:a="http://schemas.openxmlformats.org/drawingml/2006/main">
            <a:off x="638175" y="5436394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20" name="text-15">
            <a:extLst xmlns:a="http://schemas.openxmlformats.org/drawingml/2006/main">
              <a:ext uri="{FF2B5EF4-FFF2-40B4-BE49-F238E27FC236}">
                <a16:creationId xmlns:a16="http://schemas.microsoft.com/office/drawing/2014/main" id="{C4A274A2-47C4-46B2-969B-982BB0F2F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855494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21" name="text-16">
            <a:extLst xmlns:a="http://schemas.openxmlformats.org/drawingml/2006/main">
              <a:ext uri="{FF2B5EF4-FFF2-40B4-BE49-F238E27FC236}">
                <a16:creationId xmlns:a16="http://schemas.microsoft.com/office/drawing/2014/main" id="{C3FB0D51-3C0F-4F42-A51D-19946704D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5407819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단일 스캔 실행</a:t>
            </a:r>
          </a:p>
        </p:txBody>
      </p:sp>
      <p:sp>
        <p:nvSpPr>
          <p:cNvPr id="22" name="text-17">
            <a:extLst xmlns:a="http://schemas.openxmlformats.org/drawingml/2006/main">
              <a:ext uri="{FF2B5EF4-FFF2-40B4-BE49-F238E27FC236}">
                <a16:creationId xmlns:a16="http://schemas.microsoft.com/office/drawing/2014/main" id="{DFC5877A-C5D3-4E33-A83B-B8D07459B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5817394"/>
            <a:ext cx="27146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단일 스캔 한 번 후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상태 확인</a:t>
            </a:r>
          </a:p>
        </p:txBody>
      </p:sp>
      <p:pic>
        <p:nvPic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282FCA5-4703-46C6-A31E-7A107DB4766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27286ec4084dc7"/>
          <a:stretch xmlns:a="http://schemas.openxmlformats.org/drawingml/2006/main"/>
        </p:blipFill>
        <p:spPr>
          <a:xfrm xmlns:a="http://schemas.openxmlformats.org/drawingml/2006/main">
            <a:off x="638175" y="6572250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24" name="text-18">
            <a:extLst xmlns:a="http://schemas.openxmlformats.org/drawingml/2006/main">
              <a:ext uri="{FF2B5EF4-FFF2-40B4-BE49-F238E27FC236}">
                <a16:creationId xmlns:a16="http://schemas.microsoft.com/office/drawing/2014/main" id="{81AB2096-8744-4EE3-BDFA-666572376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6991350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25" name="text-19">
            <a:extLst xmlns:a="http://schemas.openxmlformats.org/drawingml/2006/main">
              <a:ext uri="{FF2B5EF4-FFF2-40B4-BE49-F238E27FC236}">
                <a16:creationId xmlns:a16="http://schemas.microsoft.com/office/drawing/2014/main" id="{3C8292FD-B312-4795-BDFF-69C780269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6543675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초기 신호 복귀</a:t>
            </a:r>
          </a:p>
        </p:txBody>
      </p:sp>
      <p:sp>
        <p:nvSpPr>
          <p:cNvPr id="26" name="text-20">
            <a:extLst xmlns:a="http://schemas.openxmlformats.org/drawingml/2006/main">
              <a:ext uri="{FF2B5EF4-FFF2-40B4-BE49-F238E27FC236}">
                <a16:creationId xmlns:a16="http://schemas.microsoft.com/office/drawing/2014/main" id="{33E4C593-453F-480F-96DD-E3B271FFC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6953250"/>
            <a:ext cx="2714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초기화 → STOP 유지</a:t>
            </a:r>
          </a:p>
        </p:txBody>
      </p:sp>
      <p:pic>
        <p:nvPic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CEEB7F2-40F2-4859-85C4-7E7D536A001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9c30d8b9694984"/>
          <a:srcRect xmlns:a="http://schemas.openxmlformats.org/drawingml/2006/main" l="17000" t="9000" r="2000" b="28000"/>
          <a:stretch xmlns:a="http://schemas.openxmlformats.org/drawingml/2006/main"/>
        </p:blipFill>
        <p:spPr>
          <a:xfrm xmlns:a="http://schemas.openxmlformats.org/drawingml/2006/main">
            <a:off x="5803930" y="2305050"/>
            <a:ext cx="7213540" cy="4324350"/>
          </a:xfrm>
          <a:prstGeom xmlns:a="http://schemas.openxmlformats.org/drawingml/2006/main" prst="rect">
            <a:avLst/>
          </a:prstGeom>
        </p:spPr>
      </p:pic>
      <p:sp>
        <p:nvSpPr>
          <p:cNvPr id="28" name="text-21">
            <a:extLst xmlns:a="http://schemas.openxmlformats.org/drawingml/2006/main">
              <a:ext uri="{FF2B5EF4-FFF2-40B4-BE49-F238E27FC236}">
                <a16:creationId xmlns:a16="http://schemas.microsoft.com/office/drawing/2014/main" id="{4C7A00B8-C598-4E51-8FFB-8981B3AD7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047875"/>
            <a:ext cx="762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실제 화면 확대</a:t>
            </a:r>
          </a:p>
        </p:txBody>
      </p:sp>
      <p:pic>
        <p:nvPic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40D967D-9A18-4CA3-8A14-7D08CF46907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bdaa5b65ad4c75"/>
          <a:stretch xmlns:a="http://schemas.openxmlformats.org/drawingml/2006/main"/>
        </p:blipFill>
        <p:spPr>
          <a:xfrm xmlns:a="http://schemas.openxmlformats.org/drawingml/2006/main">
            <a:off x="4219575" y="6781800"/>
            <a:ext cx="295275" cy="295275"/>
          </a:xfrm>
          <a:prstGeom xmlns:a="http://schemas.openxmlformats.org/drawingml/2006/main" prst="rect">
            <a:avLst/>
          </a:prstGeom>
        </p:spPr>
      </p:pic>
      <p:sp>
        <p:nvSpPr>
          <p:cNvPr id="30" name="text-22">
            <a:extLst xmlns:a="http://schemas.openxmlformats.org/drawingml/2006/main">
              <a:ext uri="{FF2B5EF4-FFF2-40B4-BE49-F238E27FC236}">
                <a16:creationId xmlns:a16="http://schemas.microsoft.com/office/drawing/2014/main" id="{AC171B6A-C9D8-4E56-AD5E-6AEDE4E63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6772275"/>
            <a:ext cx="99536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외부 태그가 연결되어 있으면 이 실습을 멈춥니다. 저장 / 다운로드는 사용하지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않습니다.</a:t>
            </a:r>
          </a:p>
        </p:txBody>
      </p:sp>
      <p:pic>
        <p:nvPic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BAC39FE-EE30-4801-8D03-DF55C82C472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1d4a00fab64ba5"/>
          <a:stretch xmlns:a="http://schemas.openxmlformats.org/drawingml/2006/main"/>
        </p:blipFill>
        <p:spPr>
          <a:xfrm xmlns:a="http://schemas.openxmlformats.org/drawingml/2006/main">
            <a:off x="628650" y="754380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32" name="text-23">
            <a:extLst xmlns:a="http://schemas.openxmlformats.org/drawingml/2006/main">
              <a:ext uri="{FF2B5EF4-FFF2-40B4-BE49-F238E27FC236}">
                <a16:creationId xmlns:a16="http://schemas.microsoft.com/office/drawing/2014/main" id="{30275CC4-0F67-4995-8072-60CA08ED7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7515225"/>
            <a:ext cx="13411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100ms 기준 계산 한 번 후 STOP을 유지합니다.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입력이 OFF이면 출력도 OFF일 수 있습니다.</a:t>
            </a:r>
          </a:p>
        </p:txBody>
      </p:sp>
    </p:spTree>
    <p:extLst>
      <p:ext uri="{BB962C8B-B14F-4D97-AF65-F5344CB8AC3E}">
        <p14:creationId xmlns:p14="http://schemas.microsoft.com/office/powerpoint/2010/main" val="138136774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text-1">
            <a:extLst xmlns:a="http://schemas.openxmlformats.org/drawingml/2006/main">
              <a:ext uri="{FF2B5EF4-FFF2-40B4-BE49-F238E27FC236}">
                <a16:creationId xmlns:a16="http://schemas.microsoft.com/office/drawing/2014/main" id="{3DC20167-A401-4B9B-91CA-521FC2099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323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425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425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425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425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425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425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425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425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425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rPr>
              <a:t>PLC Studio  /  05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E26165C4-4B16-41A5-9E05-D93DFF357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7450" y="3238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9A995D-9593-436E-825F-0C1E7DF39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0"/>
            <a:ext cx="1402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1E7"/>
            </a:solidFill>
          </a:ln>
        </p:spPr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7062AC1F-744F-4803-ADEB-5BDEDE77B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43900"/>
            <a:ext cx="1238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PLC Simulation 사용 매뉴얼  2026.10.25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37C89A16-F8CA-4B1A-83E0-996D8B854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4020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통신 로그에서 장애 단서 찾기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9F7661DE-2D37-4FCB-A9A6-DF9D78C0F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13887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발생 시각, 대상 드라이버, 오류를 함께 읽습니다.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505979-6EF2-49BD-8341-AB6F18A77B8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481f7b852e4224"/>
          <a:stretch xmlns:a="http://schemas.openxmlformats.org/drawingml/2006/main"/>
        </p:blipFill>
        <p:spPr>
          <a:xfrm xmlns:a="http://schemas.openxmlformats.org/drawingml/2006/main">
            <a:off x="638175" y="23526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4B318CA1-BB47-47CF-91C9-78E7E348B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7717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9" name="text-7">
            <a:extLst xmlns:a="http://schemas.openxmlformats.org/drawingml/2006/main">
              <a:ext uri="{FF2B5EF4-FFF2-40B4-BE49-F238E27FC236}">
                <a16:creationId xmlns:a16="http://schemas.microsoft.com/office/drawing/2014/main" id="{4F6775C4-EDDA-4675-823E-471946DFA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32410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로그 화면 열기</a:t>
            </a:r>
          </a:p>
        </p:txBody>
      </p:sp>
      <p:sp>
        <p:nvSpPr>
          <p:cNvPr id="10" name="text-8">
            <a:extLst xmlns:a="http://schemas.openxmlformats.org/drawingml/2006/main">
              <a:ext uri="{FF2B5EF4-FFF2-40B4-BE49-F238E27FC236}">
                <a16:creationId xmlns:a16="http://schemas.microsoft.com/office/drawing/2014/main" id="{976CDB25-649F-4DA0-AF93-9B388D5DF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733675"/>
            <a:ext cx="2714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왼쪽 로그 및 이벤트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6BF651-3320-4B5E-A38C-67121F4FF1E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3fcf8bf69043e1"/>
          <a:stretch xmlns:a="http://schemas.openxmlformats.org/drawingml/2006/main"/>
        </p:blipFill>
        <p:spPr>
          <a:xfrm xmlns:a="http://schemas.openxmlformats.org/drawingml/2006/main">
            <a:off x="638175" y="33051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12" name="text-9">
            <a:extLst xmlns:a="http://schemas.openxmlformats.org/drawingml/2006/main">
              <a:ext uri="{FF2B5EF4-FFF2-40B4-BE49-F238E27FC236}">
                <a16:creationId xmlns:a16="http://schemas.microsoft.com/office/drawing/2014/main" id="{A90798E8-736C-4924-8198-E493244B1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7242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3" name="text-10">
            <a:extLst xmlns:a="http://schemas.openxmlformats.org/drawingml/2006/main">
              <a:ext uri="{FF2B5EF4-FFF2-40B4-BE49-F238E27FC236}">
                <a16:creationId xmlns:a16="http://schemas.microsoft.com/office/drawing/2014/main" id="{9AC1076B-03C3-4024-A652-70F84F2CF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27660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최근 로그 갱신</a:t>
            </a:r>
          </a:p>
        </p:txBody>
      </p:sp>
      <p:sp>
        <p:nvSpPr>
          <p:cNvPr id="14" name="text-11">
            <a:extLst xmlns:a="http://schemas.openxmlformats.org/drawingml/2006/main">
              <a:ext uri="{FF2B5EF4-FFF2-40B4-BE49-F238E27FC236}">
                <a16:creationId xmlns:a16="http://schemas.microsoft.com/office/drawing/2014/main" id="{0D7929D6-160F-4BF5-88F1-7CAE68AE7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686175"/>
            <a:ext cx="27146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Refresh로 최근 로그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재조회</a:t>
            </a:r>
          </a:p>
        </p:txBody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E19E5F-D2C1-4CA3-B65B-F8ACFB9CD2B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00420a7b7948d5"/>
          <a:stretch xmlns:a="http://schemas.openxmlformats.org/drawingml/2006/main"/>
        </p:blipFill>
        <p:spPr>
          <a:xfrm xmlns:a="http://schemas.openxmlformats.org/drawingml/2006/main">
            <a:off x="638175" y="458152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16" name="text-12">
            <a:extLst xmlns:a="http://schemas.openxmlformats.org/drawingml/2006/main">
              <a:ext uri="{FF2B5EF4-FFF2-40B4-BE49-F238E27FC236}">
                <a16:creationId xmlns:a16="http://schemas.microsoft.com/office/drawing/2014/main" id="{A019896F-68A2-4214-94E2-68A5DC80D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00062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7" name="text-13">
            <a:extLst xmlns:a="http://schemas.openxmlformats.org/drawingml/2006/main">
              <a:ext uri="{FF2B5EF4-FFF2-40B4-BE49-F238E27FC236}">
                <a16:creationId xmlns:a16="http://schemas.microsoft.com/office/drawing/2014/main" id="{E3636667-F0B8-4BD5-B71E-8B7A78086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55295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통신과 오류 대조</a:t>
            </a:r>
          </a:p>
        </p:txBody>
      </p:sp>
      <p:sp>
        <p:nvSpPr>
          <p:cNvPr id="18" name="text-14">
            <a:extLst xmlns:a="http://schemas.openxmlformats.org/drawingml/2006/main">
              <a:ext uri="{FF2B5EF4-FFF2-40B4-BE49-F238E27FC236}">
                <a16:creationId xmlns:a16="http://schemas.microsoft.com/office/drawing/2014/main" id="{17B89C09-435E-4F26-8BB8-6831AA77D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962525"/>
            <a:ext cx="27146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TX/RX · 오류와 태그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품질 비교</a:t>
            </a:r>
          </a:p>
        </p:txBody>
      </p:sp>
      <p:pic>
        <p:nvPic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56EBDB-6060-4D03-9B08-652014B2878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6ee6184c67446e"/>
          <a:srcRect xmlns:a="http://schemas.openxmlformats.org/drawingml/2006/main" l="17000" t="10000" r="3000" b="42000"/>
          <a:stretch xmlns:a="http://schemas.openxmlformats.org/drawingml/2006/main"/>
        </p:blipFill>
        <p:spPr>
          <a:xfrm xmlns:a="http://schemas.openxmlformats.org/drawingml/2006/main">
            <a:off x="4735257" y="2305050"/>
            <a:ext cx="9350885" cy="4324350"/>
          </a:xfrm>
          <a:prstGeom xmlns:a="http://schemas.openxmlformats.org/drawingml/2006/main" prst="rect">
            <a:avLst/>
          </a:prstGeom>
        </p:spPr>
      </p:pic>
      <p:sp>
        <p:nvSpPr>
          <p:cNvPr id="20" name="text-15">
            <a:extLst xmlns:a="http://schemas.openxmlformats.org/drawingml/2006/main">
              <a:ext uri="{FF2B5EF4-FFF2-40B4-BE49-F238E27FC236}">
                <a16:creationId xmlns:a16="http://schemas.microsoft.com/office/drawing/2014/main" id="{6DB282CE-E65E-49CF-8F53-38EC989E8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047875"/>
            <a:ext cx="762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실제 화면 확대</a:t>
            </a:r>
          </a:p>
        </p:txBody>
      </p:sp>
      <p:pic>
        <p:nvPic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54D537-15DF-4C13-A471-E7200D0D5B4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1b38c6e7c945eb"/>
          <a:stretch xmlns:a="http://schemas.openxmlformats.org/drawingml/2006/main"/>
        </p:blipFill>
        <p:spPr>
          <a:xfrm xmlns:a="http://schemas.openxmlformats.org/drawingml/2006/main">
            <a:off x="4219575" y="6781800"/>
            <a:ext cx="295275" cy="295275"/>
          </a:xfrm>
          <a:prstGeom xmlns:a="http://schemas.openxmlformats.org/drawingml/2006/main" prst="rect">
            <a:avLst/>
          </a:prstGeom>
        </p:spPr>
      </p:pic>
      <p:sp>
        <p:nvSpPr>
          <p:cNvPr id="22" name="text-16">
            <a:extLst xmlns:a="http://schemas.openxmlformats.org/drawingml/2006/main">
              <a:ext uri="{FF2B5EF4-FFF2-40B4-BE49-F238E27FC236}">
                <a16:creationId xmlns:a16="http://schemas.microsoft.com/office/drawing/2014/main" id="{0F6A4FB4-2AB5-4B58-BCA0-B0F362053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6772275"/>
            <a:ext cx="99536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빈 로그는 기록이 없다는 뜻일 수 있습니다. 무제한 감사 기록은 아닙니다.</a:t>
            </a:r>
          </a:p>
        </p:txBody>
      </p:sp>
      <p:pic>
        <p:nvPic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4949D8D-9D2A-4A9B-A2E0-C85262BDE2D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d8616464e54ed4"/>
          <a:stretch xmlns:a="http://schemas.openxmlformats.org/drawingml/2006/main"/>
        </p:blipFill>
        <p:spPr>
          <a:xfrm xmlns:a="http://schemas.openxmlformats.org/drawingml/2006/main">
            <a:off x="628650" y="754380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24" name="text-17">
            <a:extLst xmlns:a="http://schemas.openxmlformats.org/drawingml/2006/main">
              <a:ext uri="{FF2B5EF4-FFF2-40B4-BE49-F238E27FC236}">
                <a16:creationId xmlns:a16="http://schemas.microsoft.com/office/drawing/2014/main" id="{CDAE9F13-F811-4C26-9EF3-9C63A0571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7515225"/>
            <a:ext cx="13411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서버가 보관한 최근 통신·시스템 로그가 보입니다.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조회는 로그 삭제나 드라이버 재시작을 하지 않습니다.</a:t>
            </a:r>
          </a:p>
        </p:txBody>
      </p:sp>
    </p:spTree>
    <p:extLst>
      <p:ext uri="{BB962C8B-B14F-4D97-AF65-F5344CB8AC3E}">
        <p14:creationId xmlns:p14="http://schemas.microsoft.com/office/powerpoint/2010/main" val="31471078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extra-text-0">
            <a:extLst xmlns:a="http://schemas.openxmlformats.org/drawingml/2006/main">
              <a:ext uri="{FF2B5EF4-FFF2-40B4-BE49-F238E27FC236}">
                <a16:creationId xmlns:a16="http://schemas.microsoft.com/office/drawing/2014/main" id="{5700E3C0-A023-46F1-8CAE-7EB87EA0E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238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50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50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50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50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50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50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50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50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50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150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087D81"/>
                </a:solidFill>
                <a:latin typeface="Malgun Gothic"/>
                <a:ea typeface="Malgun Gothic"/>
                <a:cs typeface="Malgun Gothic"/>
              </a:rPr>
              <a:t>PLC Simulation  /  사용 매뉴얼</a:t>
            </a:r>
          </a:p>
        </p:txBody>
      </p:sp>
      <p:sp>
        <p:nvSpPr>
          <p:cNvPr id="2" name="compat-page-number">
            <a:extLst xmlns:a="http://schemas.openxmlformats.org/drawingml/2006/main">
              <a:ext uri="{FF2B5EF4-FFF2-40B4-BE49-F238E27FC236}">
                <a16:creationId xmlns:a16="http://schemas.microsoft.com/office/drawing/2014/main" id="{A2D83158-12B9-4F88-8E41-5C77382F7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7450" y="3238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2AF51B-EDB2-4B0A-B8BB-E37AC3D8C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0"/>
            <a:ext cx="1402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1E7"/>
            </a:solidFill>
          </a:ln>
        </p:spPr>
      </p:sp>
      <p:sp>
        <p:nvSpPr>
          <p:cNvPr id="4" name="compat-footer">
            <a:extLst xmlns:a="http://schemas.openxmlformats.org/drawingml/2006/main">
              <a:ext uri="{FF2B5EF4-FFF2-40B4-BE49-F238E27FC236}">
                <a16:creationId xmlns:a16="http://schemas.microsoft.com/office/drawing/2014/main" id="{D685A3DA-BAC0-4B7E-B16D-DE1DD8302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43900"/>
            <a:ext cx="1238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PLC Simulation 사용 매뉴얼  2026.10.25</a:t>
            </a:r>
          </a:p>
        </p:txBody>
      </p:sp>
      <p:sp>
        <p:nvSpPr>
          <p:cNvPr id="5" name="extra-text-3">
            <a:extLst xmlns:a="http://schemas.openxmlformats.org/drawingml/2006/main">
              <a:ext uri="{FF2B5EF4-FFF2-40B4-BE49-F238E27FC236}">
                <a16:creationId xmlns:a16="http://schemas.microsoft.com/office/drawing/2014/main" id="{7C52BE56-1205-4D17-906E-19E5CBB3E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4020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6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6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6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6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6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6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6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6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6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36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상세 절차와 다음 확인</a:t>
            </a:r>
          </a:p>
        </p:txBody>
      </p:sp>
      <p:sp>
        <p:nvSpPr>
          <p:cNvPr id="6" name="extra-text-4">
            <a:extLst xmlns:a="http://schemas.openxmlformats.org/drawingml/2006/main">
              <a:ext uri="{FF2B5EF4-FFF2-40B4-BE49-F238E27FC236}">
                <a16:creationId xmlns:a16="http://schemas.microsoft.com/office/drawing/2014/main" id="{9F4FB070-41E9-43B5-83AB-68645B9D5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57375"/>
            <a:ext cx="1381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슬라이드의 조작 순서를 상세 원문과 함께 사용할 수 있습니다.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EE1378-9E97-406B-925E-3C609C2495B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02d262731f46a6"/>
          <a:stretch xmlns:a="http://schemas.openxmlformats.org/drawingml/2006/main"/>
        </p:blipFill>
        <p:spPr>
          <a:xfrm xmlns:a="http://schemas.openxmlformats.org/drawingml/2006/main">
            <a:off x="685800" y="2800350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8" name="extra-text-5">
            <a:extLst xmlns:a="http://schemas.openxmlformats.org/drawingml/2006/main">
              <a:ext uri="{FF2B5EF4-FFF2-40B4-BE49-F238E27FC236}">
                <a16:creationId xmlns:a16="http://schemas.microsoft.com/office/drawing/2014/main" id="{53138EF6-863A-40A1-97D8-A4217FA8E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762250"/>
            <a:ext cx="12858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솔루션별 Markdown</a:t>
            </a:r>
          </a:p>
        </p:txBody>
      </p:sp>
      <p:sp>
        <p:nvSpPr>
          <p:cNvPr id="9" name="extra-text-6">
            <a:extLst xmlns:a="http://schemas.openxmlformats.org/drawingml/2006/main">
              <a:ext uri="{FF2B5EF4-FFF2-40B4-BE49-F238E27FC236}">
                <a16:creationId xmlns:a16="http://schemas.microsoft.com/office/drawing/2014/main" id="{D352BF28-FE7D-4768-A013-32CA5CAEC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381375"/>
            <a:ext cx="1276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chapters/01-plc.md  /  전체 단계·기대 결과·문제 해결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6D6D44-DFA4-4424-A4ED-57E0398C9E5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9da0e7705b4ed1"/>
          <a:stretch xmlns:a="http://schemas.openxmlformats.org/drawingml/2006/main"/>
        </p:blipFill>
        <p:spPr>
          <a:xfrm xmlns:a="http://schemas.openxmlformats.org/drawingml/2006/main">
            <a:off x="685800" y="4572000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11" name="extra-text-7">
            <a:extLst xmlns:a="http://schemas.openxmlformats.org/drawingml/2006/main">
              <a:ext uri="{FF2B5EF4-FFF2-40B4-BE49-F238E27FC236}">
                <a16:creationId xmlns:a16="http://schemas.microsoft.com/office/drawing/2014/main" id="{2E33E4DF-2613-4D15-AC32-C20663EB4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533900"/>
            <a:ext cx="12858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원본 값과 근거 확인</a:t>
            </a:r>
          </a:p>
        </p:txBody>
      </p:sp>
      <p:sp>
        <p:nvSpPr>
          <p:cNvPr id="12" name="extra-text-8">
            <a:extLst xmlns:a="http://schemas.openxmlformats.org/drawingml/2006/main">
              <a:ext uri="{FF2B5EF4-FFF2-40B4-BE49-F238E27FC236}">
                <a16:creationId xmlns:a16="http://schemas.microsoft.com/office/drawing/2014/main" id="{AF162D5B-4BAD-4E11-B5E3-CCBBE44EB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153025"/>
            <a:ext cx="12763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품질·원본 시각·데모 모드와 미연결 상태를 함께 확인합니다.</a:t>
            </a:r>
          </a:p>
        </p:txBody>
      </p:sp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855E89-B303-4326-9343-D1AC8719C4A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63bbc35a854478"/>
          <a:stretch xmlns:a="http://schemas.openxmlformats.org/drawingml/2006/main"/>
        </p:blipFill>
        <p:spPr>
          <a:xfrm xmlns:a="http://schemas.openxmlformats.org/drawingml/2006/main">
            <a:off x="685800" y="6334125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14" name="extra-text-9">
            <a:extLst xmlns:a="http://schemas.openxmlformats.org/drawingml/2006/main">
              <a:ext uri="{FF2B5EF4-FFF2-40B4-BE49-F238E27FC236}">
                <a16:creationId xmlns:a16="http://schemas.microsoft.com/office/drawing/2014/main" id="{21144B7B-374C-49AD-9C38-703B67FA9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6296025"/>
            <a:ext cx="12858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포트폴리오 사용 안내</a:t>
            </a:r>
          </a:p>
        </p:txBody>
      </p:sp>
      <p:sp>
        <p:nvSpPr>
          <p:cNvPr id="15" name="extra-text-10">
            <a:extLst xmlns:a="http://schemas.openxmlformats.org/drawingml/2006/main">
              <a:ext uri="{FF2B5EF4-FFF2-40B4-BE49-F238E27FC236}">
                <a16:creationId xmlns:a16="http://schemas.microsoft.com/office/drawing/2014/main" id="{59953B0E-6409-4074-96C6-229F91596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6915150"/>
            <a:ext cx="12763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950" b="0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950" b="0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950" b="0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950" b="0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950" b="0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950" b="0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950" b="0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950" b="0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950" b="0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1950" b="0">
                <a:solidFill>
                  <a:srgbClr val="087D81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087D81"/>
                </a:solidFill>
                <a:latin typeface="Malgun Gothic"/>
                <a:ea typeface="Malgun Gothic"/>
                <a:cs typeface="Malgun Gothic"/>
                <a:hlinkClick xmlns:r="http://schemas.openxmlformats.org/officeDocument/2006/relationships" r:id="R46a57603528741bc"/>
              </a:rPr>
              <a:t>https://dubukimch.github.io/manual-plc.html</a:t>
            </a:r>
          </a:p>
        </p:txBody>
      </p:sp>
    </p:spTree>
    <p:extLst>
      <p:ext uri="{BB962C8B-B14F-4D97-AF65-F5344CB8AC3E}">
        <p14:creationId xmlns:p14="http://schemas.microsoft.com/office/powerpoint/2010/main" val="1291758218"/>
      </p:ext>
    </p:extLst>
  </p:cSld>
</p:sld>
</file>

<file path=ppt/theme/source_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source_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8</ap:Slides>
  <ap:Notes>0</ap:Notes>
  <ap:HiddenSlides>0</ap:HiddenSlides>
  <ap:SharedDoc>false</ap:SharedDoc>
  <ap:DocSecurity>0</ap:DocSecurity>
</ap:Properties>
</file>

<file path=docProps/source_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2026-10-24T02:40:07.4580000Z</dcterms:created>
  <dcterms:modified xsi:type="dcterms:W3CDTF">2026-10-24T02:40:07.4580000Z</dcterms:modified>
</coreProperties>
</file>