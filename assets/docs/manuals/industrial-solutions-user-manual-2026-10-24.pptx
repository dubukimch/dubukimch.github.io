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3c5ac7032f4f82" /><Relationship Type="http://schemas.openxmlformats.org/officeDocument/2006/relationships/extended-properties" Target="/docProps/app.xml" Id="Rb1b1fc5132834f1f" /><Relationship Type="http://schemas.openxmlformats.org/officeDocument/2006/relationships/officeDocument" Target="/ppt/presentation.xml" Id="Re43eb32cc6894a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12f63f21cf4c05"/>
  </p:sldMasterIdLst>
  <p:notesMasterIdLst>
    <p:notesMasterId xmlns:r="http://schemas.openxmlformats.org/officeDocument/2006/relationships" r:id="R5de2ceb46f584637"/>
  </p:notesMasterIdLst>
  <p:sldIdLst>
    <p:sldId xmlns:r="http://schemas.openxmlformats.org/officeDocument/2006/relationships" id="256" r:id="Rcb8dee1141b34d1d"/>
    <p:sldId xmlns:r="http://schemas.openxmlformats.org/officeDocument/2006/relationships" id="257" r:id="Rf3e82f730e6a41e0"/>
    <p:sldId xmlns:r="http://schemas.openxmlformats.org/officeDocument/2006/relationships" id="258" r:id="Rebce47671c2e4d6e"/>
    <p:sldId xmlns:r="http://schemas.openxmlformats.org/officeDocument/2006/relationships" id="259" r:id="Reae8424e56884642"/>
    <p:sldId xmlns:r="http://schemas.openxmlformats.org/officeDocument/2006/relationships" id="260" r:id="Ra55a93fb742b4b10"/>
    <p:sldId xmlns:r="http://schemas.openxmlformats.org/officeDocument/2006/relationships" id="261" r:id="R8b19a7473ccd4df0"/>
    <p:sldId xmlns:r="http://schemas.openxmlformats.org/officeDocument/2006/relationships" id="262" r:id="R8b59eb1c526d4730"/>
    <p:sldId xmlns:r="http://schemas.openxmlformats.org/officeDocument/2006/relationships" id="263" r:id="R9e9e48b3df9c4882"/>
    <p:sldId xmlns:r="http://schemas.openxmlformats.org/officeDocument/2006/relationships" id="264" r:id="R98519611b2cc412f"/>
    <p:sldId xmlns:r="http://schemas.openxmlformats.org/officeDocument/2006/relationships" id="265" r:id="R4b2434ada2c14f78"/>
    <p:sldId xmlns:r="http://schemas.openxmlformats.org/officeDocument/2006/relationships" id="266" r:id="Rcc45607bc4734eb8"/>
    <p:sldId xmlns:r="http://schemas.openxmlformats.org/officeDocument/2006/relationships" id="267" r:id="R1e9d8a3ae38a4d21"/>
    <p:sldId xmlns:r="http://schemas.openxmlformats.org/officeDocument/2006/relationships" id="268" r:id="Rfbea29a4be5e477a"/>
    <p:sldId xmlns:r="http://schemas.openxmlformats.org/officeDocument/2006/relationships" id="269" r:id="R58e407c039744355"/>
    <p:sldId xmlns:r="http://schemas.openxmlformats.org/officeDocument/2006/relationships" id="270" r:id="R0b9386aa835e442e"/>
    <p:sldId xmlns:r="http://schemas.openxmlformats.org/officeDocument/2006/relationships" id="271" r:id="R40299b7dbd37495d"/>
    <p:sldId xmlns:r="http://schemas.openxmlformats.org/officeDocument/2006/relationships" id="272" r:id="R0ac06e541c4a4ee9"/>
    <p:sldId xmlns:r="http://schemas.openxmlformats.org/officeDocument/2006/relationships" id="273" r:id="Ra9f929552b4d4684"/>
    <p:sldId xmlns:r="http://schemas.openxmlformats.org/officeDocument/2006/relationships" id="274" r:id="R7205cfc5995d4375"/>
    <p:sldId xmlns:r="http://schemas.openxmlformats.org/officeDocument/2006/relationships" id="275" r:id="Raa1c2ff3de004d58"/>
    <p:sldId xmlns:r="http://schemas.openxmlformats.org/officeDocument/2006/relationships" id="276" r:id="Raeddc523f92c4f43"/>
    <p:sldId xmlns:r="http://schemas.openxmlformats.org/officeDocument/2006/relationships" id="277" r:id="R275f1e04034c4d21"/>
    <p:sldId xmlns:r="http://schemas.openxmlformats.org/officeDocument/2006/relationships" id="278" r:id="Rb259a362123f464d"/>
    <p:sldId xmlns:r="http://schemas.openxmlformats.org/officeDocument/2006/relationships" id="279" r:id="R002aa723a89f4e0e"/>
    <p:sldId xmlns:r="http://schemas.openxmlformats.org/officeDocument/2006/relationships" id="280" r:id="R9285554f666242e8"/>
    <p:sldId xmlns:r="http://schemas.openxmlformats.org/officeDocument/2006/relationships" id="281" r:id="Radcbf2d4f4e64ae5"/>
    <p:sldId xmlns:r="http://schemas.openxmlformats.org/officeDocument/2006/relationships" id="282" r:id="R0a1e1cd0b0e44983"/>
    <p:sldId xmlns:r="http://schemas.openxmlformats.org/officeDocument/2006/relationships" id="283" r:id="Rba3987b27c514c39"/>
    <p:sldId xmlns:r="http://schemas.openxmlformats.org/officeDocument/2006/relationships" id="284" r:id="Re3481bbec52748ee"/>
    <p:sldId xmlns:r="http://schemas.openxmlformats.org/officeDocument/2006/relationships" id="285" r:id="R7f93312d1c2747bc"/>
    <p:sldId xmlns:r="http://schemas.openxmlformats.org/officeDocument/2006/relationships" id="286" r:id="Ra3682e9820e34a67"/>
    <p:sldId xmlns:r="http://schemas.openxmlformats.org/officeDocument/2006/relationships" id="287" r:id="Rb2f268fdb8794f44"/>
    <p:sldId xmlns:r="http://schemas.openxmlformats.org/officeDocument/2006/relationships" id="288" r:id="R95ad6767a8174f8a"/>
    <p:sldId xmlns:r="http://schemas.openxmlformats.org/officeDocument/2006/relationships" id="289" r:id="Rad4f8430e7894a20"/>
    <p:sldId xmlns:r="http://schemas.openxmlformats.org/officeDocument/2006/relationships" id="290" r:id="Rc14f7c4533144736"/>
    <p:sldId xmlns:r="http://schemas.openxmlformats.org/officeDocument/2006/relationships" id="291" r:id="R6f93ba2302bf4873"/>
    <p:sldId xmlns:r="http://schemas.openxmlformats.org/officeDocument/2006/relationships" id="292" r:id="Rd78ab218fa6a4c45"/>
    <p:sldId xmlns:r="http://schemas.openxmlformats.org/officeDocument/2006/relationships" id="293" r:id="R626ee8225d214f52"/>
    <p:sldId xmlns:r="http://schemas.openxmlformats.org/officeDocument/2006/relationships" id="294" r:id="Rb5fdb36b8d6a448e"/>
    <p:sldId xmlns:r="http://schemas.openxmlformats.org/officeDocument/2006/relationships" id="295" r:id="R77ad5841dd9f4bbc"/>
    <p:sldId xmlns:r="http://schemas.openxmlformats.org/officeDocument/2006/relationships" id="296" r:id="Re24df12ec8584c13"/>
    <p:sldId xmlns:r="http://schemas.openxmlformats.org/officeDocument/2006/relationships" id="297" r:id="R302e46d4a7d04b62"/>
    <p:sldId xmlns:r="http://schemas.openxmlformats.org/officeDocument/2006/relationships" id="298" r:id="Ra54284f54c1e41b2"/>
    <p:sldId xmlns:r="http://schemas.openxmlformats.org/officeDocument/2006/relationships" id="299" r:id="R0427bb4bced14037"/>
    <p:sldId xmlns:r="http://schemas.openxmlformats.org/officeDocument/2006/relationships" id="300" r:id="R8500b52c03424982"/>
    <p:sldId xmlns:r="http://schemas.openxmlformats.org/officeDocument/2006/relationships" id="301" r:id="R2e25e78e45d74d4d"/>
    <p:sldId xmlns:r="http://schemas.openxmlformats.org/officeDocument/2006/relationships" id="302" r:id="R028420f7dc5e429b"/>
    <p:sldId xmlns:r="http://schemas.openxmlformats.org/officeDocument/2006/relationships" id="303" r:id="R232dd0f1a3ce460b"/>
    <p:sldId xmlns:r="http://schemas.openxmlformats.org/officeDocument/2006/relationships" id="304" r:id="R2394ba50eea442b5"/>
    <p:sldId xmlns:r="http://schemas.openxmlformats.org/officeDocument/2006/relationships" id="305" r:id="R39a523a4ca59454c"/>
    <p:sldId xmlns:r="http://schemas.openxmlformats.org/officeDocument/2006/relationships" id="306" r:id="R4eedc952ceea4f20"/>
    <p:sldId xmlns:r="http://schemas.openxmlformats.org/officeDocument/2006/relationships" id="307" r:id="R3202bb744fd540df"/>
    <p:sldId xmlns:r="http://schemas.openxmlformats.org/officeDocument/2006/relationships" id="308" r:id="Rbecb54540e1942fd"/>
    <p:sldId xmlns:r="http://schemas.openxmlformats.org/officeDocument/2006/relationships" id="309" r:id="Rbf6dd9bc8041458d"/>
    <p:sldId xmlns:r="http://schemas.openxmlformats.org/officeDocument/2006/relationships" id="310" r:id="R5d4a28f9e4134037"/>
    <p:sldId xmlns:r="http://schemas.openxmlformats.org/officeDocument/2006/relationships" id="311" r:id="Rf5a73a41b2d947b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b96b3d753b4a86" /><Relationship Type="http://schemas.openxmlformats.org/officeDocument/2006/relationships/slideMaster" Target="/ppt/slideMasters/slideMaster1.xml" Id="Rf112f63f21cf4c05" /><Relationship Type="http://schemas.openxmlformats.org/officeDocument/2006/relationships/notesMaster" Target="/ppt/notesMasters/notesMaster1.xml" Id="R5de2ceb46f584637" /><Relationship Type="http://schemas.openxmlformats.org/officeDocument/2006/relationships/presProps" Target="/ppt/presProps.xml" Id="Rdaa320f98332448e" /><Relationship Type="http://schemas.openxmlformats.org/officeDocument/2006/relationships/tableStyles" Target="/ppt/tableStyles.xml" Id="R02321799aef248d6" /><Relationship Type="http://schemas.openxmlformats.org/officeDocument/2006/relationships/slide" Target="/ppt/slides/slide1.xml" Id="Rcb8dee1141b34d1d" /><Relationship Type="http://schemas.openxmlformats.org/officeDocument/2006/relationships/slide" Target="/ppt/slides/slide2.xml" Id="Rf3e82f730e6a41e0" /><Relationship Type="http://schemas.openxmlformats.org/officeDocument/2006/relationships/slide" Target="/ppt/slides/slide3.xml" Id="Rebce47671c2e4d6e" /><Relationship Type="http://schemas.openxmlformats.org/officeDocument/2006/relationships/slide" Target="/ppt/slides/slide4.xml" Id="Reae8424e56884642" /><Relationship Type="http://schemas.openxmlformats.org/officeDocument/2006/relationships/slide" Target="/ppt/slides/slide5.xml" Id="Ra55a93fb742b4b10" /><Relationship Type="http://schemas.openxmlformats.org/officeDocument/2006/relationships/slide" Target="/ppt/slides/slide6.xml" Id="R8b19a7473ccd4df0" /><Relationship Type="http://schemas.openxmlformats.org/officeDocument/2006/relationships/slide" Target="/ppt/slides/slide7.xml" Id="R8b59eb1c526d4730" /><Relationship Type="http://schemas.openxmlformats.org/officeDocument/2006/relationships/slide" Target="/ppt/slides/slide8.xml" Id="R9e9e48b3df9c4882" /><Relationship Type="http://schemas.openxmlformats.org/officeDocument/2006/relationships/slide" Target="/ppt/slides/slide9.xml" Id="R98519611b2cc412f" /><Relationship Type="http://schemas.openxmlformats.org/officeDocument/2006/relationships/slide" Target="/ppt/slides/slide10.xml" Id="R4b2434ada2c14f78" /><Relationship Type="http://schemas.openxmlformats.org/officeDocument/2006/relationships/slide" Target="/ppt/slides/slide11.xml" Id="Rcc45607bc4734eb8" /><Relationship Type="http://schemas.openxmlformats.org/officeDocument/2006/relationships/slide" Target="/ppt/slides/slide12.xml" Id="R1e9d8a3ae38a4d21" /><Relationship Type="http://schemas.openxmlformats.org/officeDocument/2006/relationships/slide" Target="/ppt/slides/slide13.xml" Id="Rfbea29a4be5e477a" /><Relationship Type="http://schemas.openxmlformats.org/officeDocument/2006/relationships/slide" Target="/ppt/slides/slide14.xml" Id="R58e407c039744355" /><Relationship Type="http://schemas.openxmlformats.org/officeDocument/2006/relationships/slide" Target="/ppt/slides/slide15.xml" Id="R0b9386aa835e442e" /><Relationship Type="http://schemas.openxmlformats.org/officeDocument/2006/relationships/slide" Target="/ppt/slides/slide16.xml" Id="R40299b7dbd37495d" /><Relationship Type="http://schemas.openxmlformats.org/officeDocument/2006/relationships/slide" Target="/ppt/slides/slide17.xml" Id="R0ac06e541c4a4ee9" /><Relationship Type="http://schemas.openxmlformats.org/officeDocument/2006/relationships/slide" Target="/ppt/slides/slide18.xml" Id="Ra9f929552b4d4684" /><Relationship Type="http://schemas.openxmlformats.org/officeDocument/2006/relationships/slide" Target="/ppt/slides/slide19.xml" Id="R7205cfc5995d4375" /><Relationship Type="http://schemas.openxmlformats.org/officeDocument/2006/relationships/slide" Target="/ppt/slides/slide20.xml" Id="Raa1c2ff3de004d58" /><Relationship Type="http://schemas.openxmlformats.org/officeDocument/2006/relationships/slide" Target="/ppt/slides/slide21.xml" Id="Raeddc523f92c4f43" /><Relationship Type="http://schemas.openxmlformats.org/officeDocument/2006/relationships/slide" Target="/ppt/slides/slide22.xml" Id="R275f1e04034c4d21" /><Relationship Type="http://schemas.openxmlformats.org/officeDocument/2006/relationships/slide" Target="/ppt/slides/slide23.xml" Id="Rb259a362123f464d" /><Relationship Type="http://schemas.openxmlformats.org/officeDocument/2006/relationships/slide" Target="/ppt/slides/slide24.xml" Id="R002aa723a89f4e0e" /><Relationship Type="http://schemas.openxmlformats.org/officeDocument/2006/relationships/slide" Target="/ppt/slides/slide25.xml" Id="R9285554f666242e8" /><Relationship Type="http://schemas.openxmlformats.org/officeDocument/2006/relationships/slide" Target="/ppt/slides/slide26.xml" Id="Radcbf2d4f4e64ae5" /><Relationship Type="http://schemas.openxmlformats.org/officeDocument/2006/relationships/slide" Target="/ppt/slides/slide27.xml" Id="R0a1e1cd0b0e44983" /><Relationship Type="http://schemas.openxmlformats.org/officeDocument/2006/relationships/slide" Target="/ppt/slides/slide28.xml" Id="Rba3987b27c514c39" /><Relationship Type="http://schemas.openxmlformats.org/officeDocument/2006/relationships/slide" Target="/ppt/slides/slide29.xml" Id="Re3481bbec52748ee" /><Relationship Type="http://schemas.openxmlformats.org/officeDocument/2006/relationships/slide" Target="/ppt/slides/slide30.xml" Id="R7f93312d1c2747bc" /><Relationship Type="http://schemas.openxmlformats.org/officeDocument/2006/relationships/slide" Target="/ppt/slides/slide31.xml" Id="Ra3682e9820e34a67" /><Relationship Type="http://schemas.openxmlformats.org/officeDocument/2006/relationships/slide" Target="/ppt/slides/slide32.xml" Id="Rb2f268fdb8794f44" /><Relationship Type="http://schemas.openxmlformats.org/officeDocument/2006/relationships/slide" Target="/ppt/slides/slide33.xml" Id="R95ad6767a8174f8a" /><Relationship Type="http://schemas.openxmlformats.org/officeDocument/2006/relationships/slide" Target="/ppt/slides/slide34.xml" Id="Rad4f8430e7894a20" /><Relationship Type="http://schemas.openxmlformats.org/officeDocument/2006/relationships/slide" Target="/ppt/slides/slide35.xml" Id="Rc14f7c4533144736" /><Relationship Type="http://schemas.openxmlformats.org/officeDocument/2006/relationships/slide" Target="/ppt/slides/slide36.xml" Id="R6f93ba2302bf4873" /><Relationship Type="http://schemas.openxmlformats.org/officeDocument/2006/relationships/slide" Target="/ppt/slides/slide37.xml" Id="Rd78ab218fa6a4c45" /><Relationship Type="http://schemas.openxmlformats.org/officeDocument/2006/relationships/slide" Target="/ppt/slides/slide38.xml" Id="R626ee8225d214f52" /><Relationship Type="http://schemas.openxmlformats.org/officeDocument/2006/relationships/slide" Target="/ppt/slides/slide39.xml" Id="Rb5fdb36b8d6a448e" /><Relationship Type="http://schemas.openxmlformats.org/officeDocument/2006/relationships/slide" Target="/ppt/slides/slide40.xml" Id="R77ad5841dd9f4bbc" /><Relationship Type="http://schemas.openxmlformats.org/officeDocument/2006/relationships/slide" Target="/ppt/slides/slide41.xml" Id="Re24df12ec8584c13" /><Relationship Type="http://schemas.openxmlformats.org/officeDocument/2006/relationships/slide" Target="/ppt/slides/slide42.xml" Id="R302e46d4a7d04b62" /><Relationship Type="http://schemas.openxmlformats.org/officeDocument/2006/relationships/slide" Target="/ppt/slides/slide43.xml" Id="Ra54284f54c1e41b2" /><Relationship Type="http://schemas.openxmlformats.org/officeDocument/2006/relationships/slide" Target="/ppt/slides/slide44.xml" Id="R0427bb4bced14037" /><Relationship Type="http://schemas.openxmlformats.org/officeDocument/2006/relationships/slide" Target="/ppt/slides/slide45.xml" Id="R8500b52c03424982" /><Relationship Type="http://schemas.openxmlformats.org/officeDocument/2006/relationships/slide" Target="/ppt/slides/slide46.xml" Id="R2e25e78e45d74d4d" /><Relationship Type="http://schemas.openxmlformats.org/officeDocument/2006/relationships/slide" Target="/ppt/slides/slide47.xml" Id="R028420f7dc5e429b" /><Relationship Type="http://schemas.openxmlformats.org/officeDocument/2006/relationships/slide" Target="/ppt/slides/slide48.xml" Id="R232dd0f1a3ce460b" /><Relationship Type="http://schemas.openxmlformats.org/officeDocument/2006/relationships/slide" Target="/ppt/slides/slide49.xml" Id="R2394ba50eea442b5" /><Relationship Type="http://schemas.openxmlformats.org/officeDocument/2006/relationships/slide" Target="/ppt/slides/slide50.xml" Id="R39a523a4ca59454c" /><Relationship Type="http://schemas.openxmlformats.org/officeDocument/2006/relationships/slide" Target="/ppt/slides/slide51.xml" Id="R4eedc952ceea4f20" /><Relationship Type="http://schemas.openxmlformats.org/officeDocument/2006/relationships/slide" Target="/ppt/slides/slide52.xml" Id="R3202bb744fd540df" /><Relationship Type="http://schemas.openxmlformats.org/officeDocument/2006/relationships/slide" Target="/ppt/slides/slide53.xml" Id="Rbecb54540e1942fd" /><Relationship Type="http://schemas.openxmlformats.org/officeDocument/2006/relationships/slide" Target="/ppt/slides/slide54.xml" Id="Rbf6dd9bc8041458d" /><Relationship Type="http://schemas.openxmlformats.org/officeDocument/2006/relationships/slide" Target="/ppt/slides/slide55.xml" Id="R5d4a28f9e4134037" /><Relationship Type="http://schemas.openxmlformats.org/officeDocument/2006/relationships/slide" Target="/ppt/slides/slide56.xml" Id="Rf5a73a41b2d947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8d146e9f2b48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53ddc35f884086" /><Relationship Type="http://schemas.openxmlformats.org/officeDocument/2006/relationships/notesMaster" Target="/ppt/notesMasters/notesMaster1.xml" Id="R5e6e8963c1604b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6eae2a612e41b9" /><Relationship Type="http://schemas.openxmlformats.org/officeDocument/2006/relationships/notesMaster" Target="/ppt/notesMasters/notesMaster1.xml" Id="Rd01d641f583848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9df31e22c64174" /><Relationship Type="http://schemas.openxmlformats.org/officeDocument/2006/relationships/notesMaster" Target="/ppt/notesMasters/notesMaster1.xml" Id="R406b1143d9f344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7f6bb7c9b44861" /><Relationship Type="http://schemas.openxmlformats.org/officeDocument/2006/relationships/notesMaster" Target="/ppt/notesMasters/notesMaster1.xml" Id="Re33d8cb61e044a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1499c04e3842d3" /><Relationship Type="http://schemas.openxmlformats.org/officeDocument/2006/relationships/notesMaster" Target="/ppt/notesMasters/notesMaster1.xml" Id="R24ee2eef5ecc44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6513a2391e4ed9" /><Relationship Type="http://schemas.openxmlformats.org/officeDocument/2006/relationships/notesMaster" Target="/ppt/notesMasters/notesMaster1.xml" Id="R7c9b430d6baf41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f2dbf621154078" /><Relationship Type="http://schemas.openxmlformats.org/officeDocument/2006/relationships/notesMaster" Target="/ppt/notesMasters/notesMaster1.xml" Id="R36571fa6784848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618c87df104d03" /><Relationship Type="http://schemas.openxmlformats.org/officeDocument/2006/relationships/notesMaster" Target="/ppt/notesMasters/notesMaster1.xml" Id="Re190e2179f0a4d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4d310b1ffa471f" /><Relationship Type="http://schemas.openxmlformats.org/officeDocument/2006/relationships/notesMaster" Target="/ppt/notesMasters/notesMaster1.xml" Id="Rbdaa73e4728046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e97aa62cda4752" /><Relationship Type="http://schemas.openxmlformats.org/officeDocument/2006/relationships/notesMaster" Target="/ppt/notesMasters/notesMaster1.xml" Id="Rf9edea8036c849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f063152afa404a" /><Relationship Type="http://schemas.openxmlformats.org/officeDocument/2006/relationships/notesMaster" Target="/ppt/notesMasters/notesMaster1.xml" Id="Rfae17cb0947c48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b9dadcf754478e" /><Relationship Type="http://schemas.openxmlformats.org/officeDocument/2006/relationships/notesMaster" Target="/ppt/notesMasters/notesMaster1.xml" Id="Rf9871db2984245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82d4b3b1b24131" /><Relationship Type="http://schemas.openxmlformats.org/officeDocument/2006/relationships/notesMaster" Target="/ppt/notesMasters/notesMaster1.xml" Id="R1d317cfd77f54ef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16d3cc32f8470f" /><Relationship Type="http://schemas.openxmlformats.org/officeDocument/2006/relationships/notesMaster" Target="/ppt/notesMasters/notesMaster1.xml" Id="R5dda1e3d36834a7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95f0e438de24dcc" /><Relationship Type="http://schemas.openxmlformats.org/officeDocument/2006/relationships/notesMaster" Target="/ppt/notesMasters/notesMaster1.xml" Id="R392c901b5d864f6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bbbda3df2df4332" /><Relationship Type="http://schemas.openxmlformats.org/officeDocument/2006/relationships/notesMaster" Target="/ppt/notesMasters/notesMaster1.xml" Id="R1a94f49413d2402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55b002149b94f98" /><Relationship Type="http://schemas.openxmlformats.org/officeDocument/2006/relationships/notesMaster" Target="/ppt/notesMasters/notesMaster1.xml" Id="R046d388d147d49c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ac421ae64754b92" /><Relationship Type="http://schemas.openxmlformats.org/officeDocument/2006/relationships/notesMaster" Target="/ppt/notesMasters/notesMaster1.xml" Id="Rb081db260b104b8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e196181e7674d2a" /><Relationship Type="http://schemas.openxmlformats.org/officeDocument/2006/relationships/notesMaster" Target="/ppt/notesMasters/notesMaster1.xml" Id="R5d5a206fb7dc453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687e8b4c4344f72" /><Relationship Type="http://schemas.openxmlformats.org/officeDocument/2006/relationships/notesMaster" Target="/ppt/notesMasters/notesMaster1.xml" Id="R49468f2cbe9b4a0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214685cb8d64907" /><Relationship Type="http://schemas.openxmlformats.org/officeDocument/2006/relationships/notesMaster" Target="/ppt/notesMasters/notesMaster1.xml" Id="Rf17f705f69444ba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67a2c39afd04957" /><Relationship Type="http://schemas.openxmlformats.org/officeDocument/2006/relationships/notesMaster" Target="/ppt/notesMasters/notesMaster1.xml" Id="R7fb4aff2d32641c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4ff3bd5e7324e5b" /><Relationship Type="http://schemas.openxmlformats.org/officeDocument/2006/relationships/notesMaster" Target="/ppt/notesMasters/notesMaster1.xml" Id="Rce355e4b494c461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d622540bf5e4ef9" /><Relationship Type="http://schemas.openxmlformats.org/officeDocument/2006/relationships/notesMaster" Target="/ppt/notesMasters/notesMaster1.xml" Id="R974a29eea36c4e3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4e5f8f4889b4474" /><Relationship Type="http://schemas.openxmlformats.org/officeDocument/2006/relationships/notesMaster" Target="/ppt/notesMasters/notesMaster1.xml" Id="Rad2e5df1444c4a9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18a8f2f92dd495c" /><Relationship Type="http://schemas.openxmlformats.org/officeDocument/2006/relationships/notesMaster" Target="/ppt/notesMasters/notesMaster1.xml" Id="R68ad5312f467450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b63e3a447ee4306" /><Relationship Type="http://schemas.openxmlformats.org/officeDocument/2006/relationships/notesMaster" Target="/ppt/notesMasters/notesMaster1.xml" Id="R5ff45f2a830e45f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bf490fb8c314ebb" /><Relationship Type="http://schemas.openxmlformats.org/officeDocument/2006/relationships/notesMaster" Target="/ppt/notesMasters/notesMaster1.xml" Id="Re1493ddba086454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6c96fb42f0a403b" /><Relationship Type="http://schemas.openxmlformats.org/officeDocument/2006/relationships/notesMaster" Target="/ppt/notesMasters/notesMaster1.xml" Id="Re86df4c275974aa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4778ecfa0094cc0" /><Relationship Type="http://schemas.openxmlformats.org/officeDocument/2006/relationships/notesMaster" Target="/ppt/notesMasters/notesMaster1.xml" Id="R723f8a11d1bb465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612621d44e64dd0" /><Relationship Type="http://schemas.openxmlformats.org/officeDocument/2006/relationships/notesMaster" Target="/ppt/notesMasters/notesMaster1.xml" Id="Rd9d00d42125041b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f06cede92de4afa" /><Relationship Type="http://schemas.openxmlformats.org/officeDocument/2006/relationships/notesMaster" Target="/ppt/notesMasters/notesMaster1.xml" Id="R12bd21f73bfa4b5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d369d492c844e70" /><Relationship Type="http://schemas.openxmlformats.org/officeDocument/2006/relationships/notesMaster" Target="/ppt/notesMasters/notesMaster1.xml" Id="R6155a24aaa6f467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8ca94dae3824327" /><Relationship Type="http://schemas.openxmlformats.org/officeDocument/2006/relationships/notesMaster" Target="/ppt/notesMasters/notesMaster1.xml" Id="R691ee4b0378e47c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c7921d51ff94d83" /><Relationship Type="http://schemas.openxmlformats.org/officeDocument/2006/relationships/notesMaster" Target="/ppt/notesMasters/notesMaster1.xml" Id="R8cf6e0c321fb412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86b1df90b1a4975" /><Relationship Type="http://schemas.openxmlformats.org/officeDocument/2006/relationships/notesMaster" Target="/ppt/notesMasters/notesMaster1.xml" Id="R10831f2ede54442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126a036d5aa4982" /><Relationship Type="http://schemas.openxmlformats.org/officeDocument/2006/relationships/notesMaster" Target="/ppt/notesMasters/notesMaster1.xml" Id="Rac9d04df9b1c423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f06a01ca7bf445d" /><Relationship Type="http://schemas.openxmlformats.org/officeDocument/2006/relationships/notesMaster" Target="/ppt/notesMasters/notesMaster1.xml" Id="R697b061432ba423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9bf5cb6f2f14f4f" /><Relationship Type="http://schemas.openxmlformats.org/officeDocument/2006/relationships/notesMaster" Target="/ppt/notesMasters/notesMaster1.xml" Id="R0751932360e9420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ce67f89dd2a4be9" /><Relationship Type="http://schemas.openxmlformats.org/officeDocument/2006/relationships/notesMaster" Target="/ppt/notesMasters/notesMaster1.xml" Id="R4e0878846526491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4c4cc85fc6f495b" /><Relationship Type="http://schemas.openxmlformats.org/officeDocument/2006/relationships/notesMaster" Target="/ppt/notesMasters/notesMaster1.xml" Id="R44fd7eb75515484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c9d39ccffeb410f" /><Relationship Type="http://schemas.openxmlformats.org/officeDocument/2006/relationships/notesMaster" Target="/ppt/notesMasters/notesMaster1.xml" Id="R9a8cdebc53a342f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f7fddc9f7af4820" /><Relationship Type="http://schemas.openxmlformats.org/officeDocument/2006/relationships/notesMaster" Target="/ppt/notesMasters/notesMaster1.xml" Id="R3c9a64fa6fbe4d90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fdb5df3a27f4e2b" /><Relationship Type="http://schemas.openxmlformats.org/officeDocument/2006/relationships/notesMaster" Target="/ppt/notesMasters/notesMaster1.xml" Id="R68f162aef8364f8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19da994347c46bf" /><Relationship Type="http://schemas.openxmlformats.org/officeDocument/2006/relationships/notesMaster" Target="/ppt/notesMasters/notesMaster1.xml" Id="Rde0e93a79d61457a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2f2a1f42021d442b" /><Relationship Type="http://schemas.openxmlformats.org/officeDocument/2006/relationships/notesMaster" Target="/ppt/notesMasters/notesMaster1.xml" Id="R8bc76211b86546e7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fb64251c518042e2" /><Relationship Type="http://schemas.openxmlformats.org/officeDocument/2006/relationships/notesMaster" Target="/ppt/notesMasters/notesMaster1.xml" Id="R0c4b5ea913984d34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5900249368e4552" /><Relationship Type="http://schemas.openxmlformats.org/officeDocument/2006/relationships/notesMaster" Target="/ppt/notesMasters/notesMaster1.xml" Id="R64d66bb76cef4dc5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f7c86b33801044da" /><Relationship Type="http://schemas.openxmlformats.org/officeDocument/2006/relationships/notesMaster" Target="/ppt/notesMasters/notesMaster1.xml" Id="R9cf261ee4e6648de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a10e30f6859b4ac9" /><Relationship Type="http://schemas.openxmlformats.org/officeDocument/2006/relationships/notesMaster" Target="/ppt/notesMasters/notesMaster1.xml" Id="R8d625020ad6742c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352d3c372c884160" /><Relationship Type="http://schemas.openxmlformats.org/officeDocument/2006/relationships/notesMaster" Target="/ppt/notesMasters/notesMaster1.xml" Id="Rd9fa9c394d6e4727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bdd6c77db2c44e12" /><Relationship Type="http://schemas.openxmlformats.org/officeDocument/2006/relationships/notesMaster" Target="/ppt/notesMasters/notesMaster1.xml" Id="Reabe61f0e21242aa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3f3ad9f1568442b5" /><Relationship Type="http://schemas.openxmlformats.org/officeDocument/2006/relationships/notesMaster" Target="/ppt/notesMasters/notesMaster1.xml" Id="R2759d5a6033d4a38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aa852b2253a149c0" /><Relationship Type="http://schemas.openxmlformats.org/officeDocument/2006/relationships/notesMaster" Target="/ppt/notesMasters/notesMaster1.xml" Id="Rbd2b4701a3dd4a58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a426bce8b43e43f8" /><Relationship Type="http://schemas.openxmlformats.org/officeDocument/2006/relationships/notesMaster" Target="/ppt/notesMasters/notesMaster1.xml" Id="Rb4f4d152d3b5407b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3eb6ea83dbfe4cdf" /><Relationship Type="http://schemas.openxmlformats.org/officeDocument/2006/relationships/notesMaster" Target="/ppt/notesMasters/notesMaster1.xml" Id="R2f490d2a72d546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7개 솔루션, 41개 동작. 실제 조작 캡처 38장. 현재 환경에서 수행하지 못한 OEE 절차 3개는 본문에서 별도 표시합니다. 아이콘 출처 assets/design/icon-provenance.json.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"source": "PLC Simulation",</a:t>
            </a:r>
          </a:p>
          <a:p xmlns:a="http://schemas.openxmlformats.org/drawingml/2006/main">
            <a:r>
              <a:t>    "target": "Gateway",</a:t>
            </a:r>
          </a:p>
          <a:p xmlns:a="http://schemas.openxmlformats.org/drawingml/2006/main">
            <a:r>
              <a:t>    "purpose": "현장 값과 품질 수집",</a:t>
            </a:r>
          </a:p>
          <a:p xmlns:a="http://schemas.openxmlformats.org/drawingml/2006/main">
            <a:r>
              <a:t>    "status": "현재 전체 경로 미검증"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"source": "Gateway",</a:t>
            </a:r>
          </a:p>
          <a:p xmlns:a="http://schemas.openxmlformats.org/drawingml/2006/main">
            <a:r>
              <a:t>    "target": "TwinForge",</a:t>
            </a:r>
          </a:p>
          <a:p xmlns:a="http://schemas.openxmlformats.org/drawingml/2006/main">
            <a:r>
              <a:t>    "purpose": "OPC UA 운영 값",</a:t>
            </a:r>
          </a:p>
          <a:p xmlns:a="http://schemas.openxmlformats.org/drawingml/2006/main">
            <a:r>
              <a:t>    "status": "현재 backend 미연결"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"source": "TwinForge",</a:t>
            </a:r>
          </a:p>
          <a:p xmlns:a="http://schemas.openxmlformats.org/drawingml/2006/main">
            <a:r>
              <a:t>    "target": "OEEAnalyzer",</a:t>
            </a:r>
          </a:p>
          <a:p xmlns:a="http://schemas.openxmlformats.org/drawingml/2006/main">
            <a:r>
              <a:t>    "purpose": "생산 맥락",</a:t>
            </a:r>
          </a:p>
          <a:p xmlns:a="http://schemas.openxmlformats.org/drawingml/2006/main">
            <a:r>
              <a:t>    "status": "현재 API 미연결"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"source": "OEEAnalyzer",</a:t>
            </a:r>
          </a:p>
          <a:p xmlns:a="http://schemas.openxmlformats.org/drawingml/2006/main">
            <a:r>
              <a:t>    "target": "DataNexus",</a:t>
            </a:r>
          </a:p>
          <a:p xmlns:a="http://schemas.openxmlformats.org/drawingml/2006/main">
            <a:r>
              <a:t>    "purpose": "계산 결과 조회",</a:t>
            </a:r>
          </a:p>
          <a:p xmlns:a="http://schemas.openxmlformats.org/drawingml/2006/main">
            <a:r>
              <a:t>    "status": "현재 API/Kafka 미연결"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"source": "PLC Simulation",</a:t>
            </a:r>
          </a:p>
          <a:p xmlns:a="http://schemas.openxmlformats.org/drawingml/2006/main">
            <a:r>
              <a:t>    "target": "Assistant",</a:t>
            </a:r>
          </a:p>
          <a:p xmlns:a="http://schemas.openxmlformats.org/drawingml/2006/main">
            <a:r>
              <a:t>    "purpose": "읽기 전용 HTTP 상태 조회",</a:t>
            </a:r>
          </a:p>
          <a:p xmlns:a="http://schemas.openxmlformats.org/drawingml/2006/main">
            <a:r>
              <a:t>    "status": "캡처로 확인"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"source": "AssetHub",</a:t>
            </a:r>
          </a:p>
          <a:p xmlns:a="http://schemas.openxmlformats.org/drawingml/2006/main">
            <a:r>
              <a:t>    "target": "소스 선언",</a:t>
            </a:r>
          </a:p>
          <a:p xmlns:a="http://schemas.openxmlformats.org/drawingml/2006/main">
            <a:r>
              <a:t>    "purpose": "로컬 식별과 의미 연결",</a:t>
            </a:r>
          </a:p>
          <a:p xmlns:a="http://schemas.openxmlformats.org/drawingml/2006/main">
            <a:r>
              <a:t>    "status": "초안 범위에서 확인"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data/01-plc.json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"scope": "가상 PLC의 상태 조회, 원본 태그 관측·검색, 가상 Ladder 단일 스캔과 통신 로그 확인. 설비 시뮬레이션의 모터·컨베이어 그림은 가상 장치이며 물리 설비의 운전을 증명하지 않습니다.",</a:t>
            </a:r>
          </a:p>
          <a:p xmlns:a="http://schemas.openxmlformats.org/drawingml/2006/main">
            <a:r>
              <a:t>  "prerequisites": [</a:t>
            </a:r>
          </a:p>
          <a:p xmlns:a="http://schemas.openxmlformats.org/drawingml/2006/main">
            <a:r>
              <a:t>    "로컬 PLC Studio 서버가 http://127.0.0.1:5180/ 에서 실행 중이어야 합니다. 파일을 직접 여는 file:// 미리보기에서는 통신할 수 없습니다.",</a:t>
            </a:r>
          </a:p>
          <a:p xmlns:a="http://schemas.openxmlformats.org/drawingml/2006/main">
            <a:r>
              <a:t>    "태그 조회에는 적어도 하나의 활성 드라이버가 필요합니다. 드라이버의 Enabled 상태와 Connected 상태는 서로 다릅니다.",</a:t>
            </a:r>
          </a:p>
          <a:p xmlns:a="http://schemas.openxmlformats.org/drawingml/2006/main">
            <a:r>
              <a:t>    "Ladder 실습은 다른 사용자의 운전과 겹치지 않는 가상 실습 환경에서 진행합니다. 아래 단일 스캔 실습은 PLC 드라이버 태그 연결이 모두 '가상 I/O'인 경우를 전제로 합니다.",</a:t>
            </a:r>
          </a:p>
          <a:p xmlns:a="http://schemas.openxmlformats.org/drawingml/2006/main">
            <a:r>
              <a:t>    "화면 수치와 접속 상태는 캡처 시점의 값입니다. 고정된 드라이버 수나 태그 수를 정상 판정 기준으로 사용하지 않습니다."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PLC_Simulation/src/PlcSimulator.Web/wwwroot/js/app.js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PLC_Simulation/src/PlcSimulator.Web/wwwroot/js/studio.js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PLC_Simulation/src/PlcSimulator.Web/LadderRuntime.cs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PLC_Simulation/src/PlcSimulator.Core/Ladder/LadderEngine.cs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data/01-plc.json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"plc-overview",</a:t>
            </a:r>
          </a:p>
          <a:p xmlns:a="http://schemas.openxmlformats.org/drawingml/2006/main">
            <a:r>
              <a:t>  "title": "운영 대시보드에서 드라이버와 태그 현황 확인",</a:t>
            </a:r>
          </a:p>
          <a:p xmlns:a="http://schemas.openxmlformats.org/drawingml/2006/main">
            <a:r>
              <a:t>  "goal": "서버 연결과 활성 드라이버·연결된 PLC·실시간 태그 수를 구분해 확인합니다.",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"http://127.0.0.1:5180/ 에 접속하고 왼쪽 '대시보드'를 누릅니다. 첫 화면은 마지막 방문 메뉴에 따라 달라질 수 있습니다.",</a:t>
            </a:r>
          </a:p>
          <a:p xmlns:a="http://schemas.openxmlformats.org/drawingml/2006/main">
            <a:r>
              <a:t>    "오른쪽 위 연결 배지에서 '실시간 연결', '재연결 중' 또는 '연결 오류'를 확인합니다.",</a:t>
            </a:r>
          </a:p>
          <a:p xmlns:a="http://schemas.openxmlformats.org/drawingml/2006/main">
            <a:r>
              <a:t>    "'로드된 드라이버', '연결된 PLC', '실시간 태그', 'PLC 모델' 카드와 아래 'Driver Health' 목록의 상태를 읽습니다.",</a:t>
            </a:r>
          </a:p>
          <a:p xmlns:a="http://schemas.openxmlformats.org/drawingml/2006/main">
            <a:r>
              <a:t>    "필요하면 'PLC 네트워크 보기 →'를 눌러 노드별 ENDPOINT와 '정상 품질 태그' 비율을 확인합니다.",</a:t>
            </a:r>
          </a:p>
          <a:p xmlns:a="http://schemas.openxmlformats.org/drawingml/2006/main">
            <a:r>
              <a:t>    "원복: 왼쪽 '대시보드'를 다시 누릅니다. 이 조회와 메뉴 이동은 드라이버 설정이나 태그 값을 바꾸지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"서버에서 받은 현재 카운트와 각 드라이버 상태가 표시됩니다. 활성화되어 있어도 미연결일 수 있으며, 모델 카탈로그 수는 실제 연결된 장치 수가 아닙니다.",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"'파일 미리보기' 또는 '로컬 서버 실행 필요'가 보이면 브라우저에서 HTTP 주소로 다시 접속합니다.",</a:t>
            </a:r>
          </a:p>
          <a:p xmlns:a="http://schemas.openxmlformats.org/drawingml/2006/main">
            <a:r>
              <a:t>    "'연결된 PLC'가 0이면 드라이버 목록과 '로그 및 이벤트'를 함께 확인합니다. 태그 수만으로 통신 성공을 판정하지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"screenshot": "assets/screenshots/plc-overview.jpg",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"2026-10-23T17:08:28.046Z",</a:t>
            </a:r>
          </a:p>
          <a:p xmlns:a="http://schemas.openxmlformats.org/drawingml/2006/main">
            <a:r>
              <a:t>    "url": "http://127.0.0.1:5180/",</a:t>
            </a:r>
          </a:p>
          <a:p xmlns:a="http://schemas.openxmlformats.org/drawingml/2006/main">
            <a:r>
              <a:t>    "observed": "대시보드에서4개연결드라이버/24개태그와모의소스표시 확인",</a:t>
            </a:r>
          </a:p>
          <a:p xmlns:a="http://schemas.openxmlformats.org/drawingml/2006/main">
            <a:r>
              <a:t>    "sha256": "cfcd5e9dfea29a1baa0d4081c1229b22cc32faa5e28694dd4358126e5138c0f8"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PLC_Simulation/src/PlcSimulator.Web/wwwroot/js/app.js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PLC_Simulation/src/PlcSimulator.Web/wwwroot/js/studio.js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PLC_Simulation/src/PlcSimulator.Web/LadderRuntime.cs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PLC_Simulation/src/PlcSimulator.Core/Ladder/LadderEngine.cs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data/01-plc.json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"plc-tags",</a:t>
            </a:r>
          </a:p>
          <a:p xmlns:a="http://schemas.openxmlformats.org/drawingml/2006/main">
            <a:r>
              <a:t>  "title": "태그의 원본 값·품질·수집 시각 확인",</a:t>
            </a:r>
          </a:p>
          <a:p xmlns:a="http://schemas.openxmlformats.org/drawingml/2006/main">
            <a:r>
              <a:t>  "goal": "태그 이름뿐 아니라 주소, 데이터 형식, 품질과 갱신 시각을 함께 읽습니다.",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"왼쪽 '태그 모니터'를 누릅니다. 'Tag Explorer'와 'Data Monitor &amp; Editor'가 나란히 표시됩니다.",</a:t>
            </a:r>
          </a:p>
          <a:p xmlns:a="http://schemas.openxmlformats.org/drawingml/2006/main">
            <a:r>
              <a:t>    "Tag Explorer에서 확인할 태그를 선택하고 표에서 Address, Name, Driver, Type을 대조합니다.",</a:t>
            </a:r>
          </a:p>
          <a:p xmlns:a="http://schemas.openxmlformats.org/drawingml/2006/main">
            <a:r>
              <a:t>    "Value, Quality, Timestamp를 함께 확인합니다. Timestamp는 브라우저의 로컬 시간 표기입니다.",</a:t>
            </a:r>
          </a:p>
          <a:p xmlns:a="http://schemas.openxmlformats.org/drawingml/2006/main">
            <a:r>
              <a:t>    "오른쪽 'Refresh'를 눌러 현재 서버 스냅샷을 다시 가져옵니다. 평상시에는 실시간 연결로 값과 시각이 갱신됩니다.",</a:t>
            </a:r>
          </a:p>
          <a:p xmlns:a="http://schemas.openxmlformats.org/drawingml/2006/main">
            <a:r>
              <a:t>    "원복: 조회만 수행했다면 원복할 설정이 없습니다. 이 절차에서는 'Write'를 누르지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"표에 드라이버가 제공한 값과 품질이 표시됩니다. GOOD은 해당 태그의 품질 정보이며, 값이 존재한다는 사실만으로 전체 설비가 정상이라는 뜻은 아닙니다.",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"'No tags discovered'이면 드라이버 활성화와 연결 상태를 먼저 확인합니다.",</a:t>
            </a:r>
          </a:p>
          <a:p xmlns:a="http://schemas.openxmlformats.org/drawingml/2006/main">
            <a:r>
              <a:t>    "시각이 멈추거나 GOOD 이외의 품질이 표시되면 Refresh 후 로그를 확인합니다. 이전에 보인 값을 최신 데이터로 기록하지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"screenshot": "assets/screenshots/plc-tags.jpg",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"2026-10-23T17:08:28.552Z",</a:t>
            </a:r>
          </a:p>
          <a:p xmlns:a="http://schemas.openxmlformats.org/drawingml/2006/main">
            <a:r>
              <a:t>    "url": "http://127.0.0.1:5180/",</a:t>
            </a:r>
          </a:p>
          <a:p xmlns:a="http://schemas.openxmlformats.org/drawingml/2006/main">
            <a:r>
              <a:t>    "observed": "전체24태그의값/품질/타임스탬프 표시",</a:t>
            </a:r>
          </a:p>
          <a:p xmlns:a="http://schemas.openxmlformats.org/drawingml/2006/main">
            <a:r>
              <a:t>    "sha256": "c362c4394d8823b5e799f69d2b1ec10d5829ca03552a48c98089dfb6f7077762"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PLC_Simulation/src/PlcSimulator.Web/wwwroot/js/app.js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PLC_Simulation/src/PlcSimulator.Web/wwwroot/js/studio.js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PLC_Simulation/src/PlcSimulator.Web/LadderRuntime.cs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PLC_Simulation/src/PlcSimulator.Core/Ladder/LadderEngine.cs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data/01-plc.json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"plc-filter",</a:t>
            </a:r>
          </a:p>
          <a:p xmlns:a="http://schemas.openxmlformats.org/drawingml/2006/main">
            <a:r>
              <a:t>  "title": "태그 이름·주소·품질로 목록 좁히기",</a:t>
            </a:r>
          </a:p>
          <a:p xmlns:a="http://schemas.openxmlformats.org/drawingml/2006/main">
            <a:r>
              <a:t>  "goal": "필요한 태그 또는 확인이 필요한 품질만 빠르게 찾습니다.",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"'태그 모니터'에서 '태그 검색' 입력칸을 찾습니다. 자리표시자는 '이름, 주소, 드라이버'입니다.",</a:t>
            </a:r>
          </a:p>
          <a:p xmlns:a="http://schemas.openxmlformats.org/drawingml/2006/main">
            <a:r>
              <a:t>    "현재 표에 있는 태그 이름이나 주소의 일부를 입력합니다. 대소문자를 구분하지 않으며 이름·주소·드라이버·그룹을 함께 검색합니다.",</a:t>
            </a:r>
          </a:p>
          <a:p xmlns:a="http://schemas.openxmlformats.org/drawingml/2006/main">
            <a:r>
              <a:t>    "'품질'을 기본 '모든 품질'에서 '정상' 또는 '확인 필요'로 바꿉니다. '정상'은 GOOD 품질만 남깁니다.",</a:t>
            </a:r>
          </a:p>
          <a:p xmlns:a="http://schemas.openxmlformats.org/drawingml/2006/main">
            <a:r>
              <a:t>    "'표시 건수 / 전체 태그 수'와 결과를 확인합니다. 검색 중에도 값·품질·시각은 갱신됩니다.",</a:t>
            </a:r>
          </a:p>
          <a:p xmlns:a="http://schemas.openxmlformats.org/drawingml/2006/main">
            <a:r>
              <a:t>    "원복: 검색어를 지우고 품질을 '모든 품질'로 되돌립니다."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"검색어와 품질 조건을 동시에 만족하는 태그만 남고 결과 건수가 바뀝니다. 검색 결과가 0이면 '검색 조건에 맞는 태그가 없습니다.'가 표시됩니다. 필터는 원본 태그나 드라이버를 변경하지 않습니다.",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"결과가 없으면 검색어를 지우고 '모든 품질'로 돌아가 원본 목록이 있는지 확인합니다.",</a:t>
            </a:r>
          </a:p>
          <a:p xmlns:a="http://schemas.openxmlformats.org/drawingml/2006/main">
            <a:r>
              <a:t>    "'확인 필요' 결과가 0인 것은 필터에 해당하는 태그가 없다는 뜻입니다. 개별 장치의 운전 안전성을 판정한 결과는 아닙니다."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"screenshot": "assets/screenshots/plc-filter.jpg",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"2026-10-23T17:08:42.206Z",</a:t>
            </a:r>
          </a:p>
          <a:p xmlns:a="http://schemas.openxmlformats.org/drawingml/2006/main">
            <a:r>
              <a:t>    "url": "http://127.0.0.1:5180/",</a:t>
            </a:r>
          </a:p>
          <a:p xmlns:a="http://schemas.openxmlformats.org/drawingml/2006/main">
            <a:r>
              <a:t>    "observed": "Temp_PV검색+정상품질필터4/24태그확인",</a:t>
            </a:r>
          </a:p>
          <a:p xmlns:a="http://schemas.openxmlformats.org/drawingml/2006/main">
            <a:r>
              <a:t>    "sha256": "742b909fac11fc483964a4f1b599c052169ae47548a72cc5d152abbdcacaa881"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PLC_Simulation/src/PlcSimulator.Web/wwwroot/js/app.js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PLC_Simulation/src/PlcSimulator.Web/wwwroot/js/studio.js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PLC_Simulation/src/PlcSimulator.Web/LadderRuntime.cs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PLC_Simulation/src/PlcSimulator.Core/Ladder/LadderEngine.cs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data/01-plc.json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"plc-ladder",</a:t>
            </a:r>
          </a:p>
          <a:p xmlns:a="http://schemas.openxmlformats.org/drawingml/2006/main">
            <a:r>
              <a:t>  "title": "가상 Ladder를 정지 상태에서 한 번 스캔",</a:t>
            </a:r>
          </a:p>
          <a:p xmlns:a="http://schemas.openxmlformats.org/drawingml/2006/main">
            <a:r>
              <a:t>  "goal": "연속 운전 없이 접점과 출력 코일의 계산 결과를 관찰합니다.",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"왼쪽 'Ladder 프로그램'을 누르고 현재 프로그램을 확인합니다. 편집 전 보관이 필요하면 '내보내기'로 ladder-program.json을 저장합니다.",</a:t>
            </a:r>
          </a:p>
          <a:p xmlns:a="http://schemas.openxmlformats.org/drawingml/2006/main">
            <a:r>
              <a:t>    "아래 'PLC 드라이버 태그 연결'에서 실습 대상 I/O가 '가상 I/O'인지 확인합니다. 외부 태그가 연결되어 있다면 이 실습을 진행하지 않고 담당자에게 구성 확인을 요청합니다.",</a:t>
            </a:r>
          </a:p>
          <a:p xmlns:a="http://schemas.openxmlformats.org/drawingml/2006/main">
            <a:r>
              <a:t>    "'■ 정지'를 누르고 상태가 '■ STOP'인지 확인한 뒤 '초기화'를 눌러 가상 신호와 타이머 상태를 초기화합니다.",</a:t>
            </a:r>
          </a:p>
          <a:p xmlns:a="http://schemas.openxmlformats.org/drawingml/2006/main">
            <a:r>
              <a:t>    "'단일 스캔'을 한 번 누르고 Rung의 접점·코일 상태를 확인합니다. 초기 입력이 OFF이면 출력도 OFF일 수 있습니다.",</a:t>
            </a:r>
          </a:p>
          <a:p xmlns:a="http://schemas.openxmlformats.org/drawingml/2006/main">
            <a:r>
              <a:t>    "원복: '초기화'를 눌러 STOP과 초기 신호 상태로 돌아갑니다. 이 절차에서는 프로그램을 편집하거나 '저장 / 다운로드'를 누르지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"단일 스캔은 100ms 기준 계산 한 번을 수행하고 STOP 상태를 유지합니다. 초기화는 런타임 신호·타이머를 지우며 저장된 Ladder 프로그램 자체를 삭제하지 않습니다.",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"'단일 스캔은 STOP 상태에서 실행하세요.'가 표시되면 먼저 ■ 정지를 누릅니다.",</a:t>
            </a:r>
          </a:p>
          <a:p xmlns:a="http://schemas.openxmlformats.org/drawingml/2006/main">
            <a:r>
              <a:t>    "'편집한 프로그램을 먼저 저장하세요.'가 나오면 의도하지 않은 편집 여부를 확인합니다. 현재 프로그램을 덮어써서 진행하지 말고 보관한 프로그램과 변경 내용을 검토합니다."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"screenshot": "assets/screenshots/plc-ladder.jpg",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"2026-10-23T17:08:57.617Z",</a:t>
            </a:r>
          </a:p>
          <a:p xmlns:a="http://schemas.openxmlformats.org/drawingml/2006/main">
            <a:r>
              <a:t>    "url": "http://127.0.0.1:5180/",</a:t>
            </a:r>
          </a:p>
          <a:p xmlns:a="http://schemas.openxmlformats.org/drawingml/2006/main">
            <a:r>
              <a:t>    "observed": "가상I/O 기본프로그램에서 단일스캔 수행, 실제드라이버태그쓰기연결 없음",</a:t>
            </a:r>
          </a:p>
          <a:p xmlns:a="http://schemas.openxmlformats.org/drawingml/2006/main">
            <a:r>
              <a:t>    "sha256": "2da8e084ee8ba5c44411dcf876c1d465d574dfdaf6c180d6cfe5d09a41c0ca0d"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PLC_Simulation/src/PlcSimulator.Web/wwwroot/js/app.js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PLC_Simulation/src/PlcSimulator.Web/wwwroot/js/studio.js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PLC_Simulation/src/PlcSimulator.Web/LadderRuntime.cs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PLC_Simulation/src/PlcSimulator.Core/Ladder/LadderEngine.cs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data/01-plc.json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"plc-logs",</a:t>
            </a:r>
          </a:p>
          <a:p xmlns:a="http://schemas.openxmlformats.org/drawingml/2006/main">
            <a:r>
              <a:t>  "title": "통신 로그를 새로고침하고 장애 단서 확인",</a:t>
            </a:r>
          </a:p>
          <a:p xmlns:a="http://schemas.openxmlformats.org/drawingml/2006/main">
            <a:r>
              <a:t>  "goal": "드라이버 연결 문제를 시간·대상·오류 메시지로 좁힙니다.",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"왼쪽 '로그 및 이벤트'를 누릅니다.",</a:t>
            </a:r>
          </a:p>
          <a:p xmlns:a="http://schemas.openxmlformats.org/drawingml/2006/main">
            <a:r>
              <a:t>    "'Live Communication Log'에서 TX/RX 프레임, 시스템 이벤트와 오류·경고 항목을 읽습니다.",</a:t>
            </a:r>
          </a:p>
          <a:p xmlns:a="http://schemas.openxmlformats.org/drawingml/2006/main">
            <a:r>
              <a:t>    "'Refresh'를 눌러 서버가 보관하는 최근 로그를 다시 가져옵니다.",</a:t>
            </a:r>
          </a:p>
          <a:p xmlns:a="http://schemas.openxmlformats.org/drawingml/2006/main">
            <a:r>
              <a:t>    "동일 시각의 드라이버 상태와 태그 품질을 대조합니다. 로그가 없는 경우 그 사실을 그대로 기록합니다.",</a:t>
            </a:r>
          </a:p>
          <a:p xmlns:a="http://schemas.openxmlformats.org/drawingml/2006/main">
            <a:r>
              <a:t>    "원복: 다른 메뉴로 이동하면 됩니다. Refresh는 로그 삭제나 드라이버 재시작을 수행하지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"최근 통신·시스템 로그가 표시됩니다. 이 화면은 무제한 감사 기록 보관소가 아니며 최근 로그 범위만 보여줍니다.",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"'No logs yet'이면 아직 기록된 이벤트가 없거나 서버 재시작 직후인지 확인합니다.",</a:t>
            </a:r>
          </a:p>
          <a:p xmlns:a="http://schemas.openxmlformats.org/drawingml/2006/main">
            <a:r>
              <a:t>    "오류가 반복되면 대상 드라이버, 발생 시각과 메시지를 함께 전달합니다. 로그만 보고 포트나 장치 설정을 임의로 바꾸지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"screenshot": "assets/screenshots/plc-logs.jpg",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"2026-10-23T17:09:43.714Z",</a:t>
            </a:r>
          </a:p>
          <a:p xmlns:a="http://schemas.openxmlformats.org/drawingml/2006/main">
            <a:r>
              <a:t>    "url": "http://127.0.0.1:5180/",</a:t>
            </a:r>
          </a:p>
          <a:p xmlns:a="http://schemas.openxmlformats.org/drawingml/2006/main">
            <a:r>
              <a:t>    "observed": "Refresh 조작후통신송수신로그 표시",</a:t>
            </a:r>
          </a:p>
          <a:p xmlns:a="http://schemas.openxmlformats.org/drawingml/2006/main">
            <a:r>
              <a:t>    "sha256": "078461a403e7fbb6abd8965c68075cc25db782b50f2898d798946999ee0867d5"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PLC_Simulation/src/PlcSimulator.Web/wwwroot/js/app.js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PLC_Simulation/src/PlcSimulator.Web/wwwroot/js/studio.js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PLC_Simulation/src/PlcSimulator.Web/LadderRuntime.cs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PLC_Simulation/src/PlcSimulator.Core/Ladder/LadderEngine.cs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data/02-gateway.json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http://127.0.0.1:5181/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"scope": "ConfigUI에서 수집 구성을 확인하고 채널 입력 양식을 검토하며 목록 검색·새로고침과 Gateway/OPC UA 상태를 점검합니다. 현재 실습은 UI의 임시 메모리 저장소를 사용합니다. backend http://127.0.0.1:5191 과 실제 OPC UA 수집은 사용 불가 상태이므로 생산 수집 정상 상태로 간주하지 않습니다.",</a:t>
            </a:r>
          </a:p>
          <a:p xmlns:a="http://schemas.openxmlformats.org/drawingml/2006/main">
            <a:r>
              <a:t>  "prerequisites": [</a:t>
            </a:r>
          </a:p>
          <a:p xmlns:a="http://schemas.openxmlformats.org/drawingml/2006/main">
            <a:r>
              <a:t>    "로컬 ConfigUI http://127.0.0.1:5181/ 가 실행 중이어야 합니다.",</a:t>
            </a:r>
          </a:p>
          <a:p xmlns:a="http://schemas.openxmlformats.org/drawingml/2006/main">
            <a:r>
              <a:t>    "현재 화면의 '임시 메모리 저장소'는 MySQL 미연결 상태입니다. 여기서 저장한 설정은 재시작 시 사라질 수 있습니다.",</a:t>
            </a:r>
          </a:p>
          <a:p xmlns:a="http://schemas.openxmlformats.org/drawingml/2006/main">
            <a:r>
              <a:t>    "UI에 접근할 수 있다는 사실과 Gateway backend·OPC UA 연결 성공은 별개입니다. 현재 backend :5191은 사용 불가입니다.",</a:t>
            </a:r>
          </a:p>
          <a:p xmlns:a="http://schemas.openxmlformats.org/drawingml/2006/main">
            <a:r>
              <a:t>    "아래 채널 실습은 격리된 임시 메모리 UI에 교육용 채널 하나를 저장합니다. 실제 장치 주소, 운영 설정 또는 인증서를 변경하지 않습니다."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IIoT.Gateway.Solution/IIoT.Gateway.Solution/IIoT.ConfigUI/Pages/DataAccess.razor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IIoT.Gateway.Solution/IIoT.Gateway.Solution/IIoT.ConfigUI/Pages/Monitoring.razor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IIoT.Gateway.Solution/IIoT.Gateway.Solution/IIoT.ConfigUI/Shared/MainLayout.razor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IIoT.Gateway.Solution/IIoT.Gateway.Solution/IIoT.ConfigUI/Services/GatewayStorageStatus.cs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IIoT.Gateway.Solution/IIoT.Gateway.Solution/IIoT.Domain/Models/Channel.cs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data/02-gateway.json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http://127.0.0.1:5181/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"gateway-overview",</a:t>
            </a:r>
          </a:p>
          <a:p xmlns:a="http://schemas.openxmlformats.org/drawingml/2006/main">
            <a:r>
              <a:t>  "title": "Data Access 구성 현황과 저장소 상태 확인",</a:t>
            </a:r>
          </a:p>
          <a:p xmlns:a="http://schemas.openxmlformats.org/drawingml/2006/main">
            <a:r>
              <a:t>  "goal": "채널·설비·태그 카운트가 무엇을 의미하는지 구분하고 임시 저장 여부를 확인합니다.",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"http://127.0.0.1:5181/ 에 접속한 뒤 왼쪽 'Data Access'를 누릅니다.",</a:t>
            </a:r>
          </a:p>
          <a:p xmlns:a="http://schemas.openxmlformats.org/drawingml/2006/main">
            <a:r>
              <a:t>    "화면 위 '임시 메모리 저장소' 안내를 읽습니다. 이 안내가 보이는 실습에서는 MySQL 영구 저장이 이루어지지 않습니다.",</a:t>
            </a:r>
          </a:p>
          <a:p xmlns:a="http://schemas.openxmlformats.org/drawingml/2006/main">
            <a:r>
              <a:t>    "CHANNELS, DEVICES, TAGS, VALIDATION 카드를 확인합니다. DEVICES와 TAGS는 현재 불러온 데이터 범위의 카운트입니다.",</a:t>
            </a:r>
          </a:p>
          <a:p xmlns:a="http://schemas.openxmlformats.org/drawingml/2006/main">
            <a:r>
              <a:t>    "아래 목록에서 Channel Name, Communication, Description, Status, Enable을 읽습니다. 등록 또는 Enable만으로 수집 성공을 판정하지 않습니다.",</a:t>
            </a:r>
          </a:p>
          <a:p xmlns:a="http://schemas.openxmlformats.org/drawingml/2006/main">
            <a:r>
              <a:t>    "원복: 이 조회는 설정을 변경하지 않습니다. 다른 메뉴에서 돌아올 때는 'Data Access'를 다시 누릅니다."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"현재 저장소에서 읽은 구성과 검증 항목 수가 표시됩니다. 빈 목록은 구성 없음 상태이며 실제 PLC가 연결되었다는 뜻이 아닙니다.",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"화면 연결 오류가 나오면 ConfigUI 서버와 :5181 주소를 확인합니다.",</a:t>
            </a:r>
          </a:p>
          <a:p xmlns:a="http://schemas.openxmlformats.org/drawingml/2006/main">
            <a:r>
              <a:t>    "임시 메모리 안내가 보이면 운영 구성 저장에 사용하지 않고 MySQL 연결을 담당자가 별도로 복구해야 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"screenshot": "assets/screenshots/gateway-overview.jpg",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"2026-10-23T17:01:33.422Z",</a:t>
            </a:r>
          </a:p>
          <a:p xmlns:a="http://schemas.openxmlformats.org/drawingml/2006/main">
            <a:r>
              <a:t>    "url": "http://127.0.0.1:5181/",</a:t>
            </a:r>
          </a:p>
          <a:p xmlns:a="http://schemas.openxmlformats.org/drawingml/2006/main">
            <a:r>
              <a:t>    "observed": "Data Access 초기 구성 화면과 임시 메모리 저장 안내 확인",</a:t>
            </a:r>
          </a:p>
          <a:p xmlns:a="http://schemas.openxmlformats.org/drawingml/2006/main">
            <a:r>
              <a:t>    "sha256": "225bf3e1cee604e29f5488e10abfa2f2781150a04abe0ca94d01f09366ee2e57"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IIoT.Gateway.Solution/IIoT.Gateway.Solution/IIoT.ConfigUI/Pages/DataAccess.razor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IIoT.Gateway.Solution/IIoT.Gateway.Solution/IIoT.ConfigUI/Pages/Monitoring.razor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IIoT.Gateway.Solution/IIoT.Gateway.Solution/IIoT.ConfigUI/Shared/MainLayout.razor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IIoT.Gateway.Solution/IIoT.Gateway.Solution/IIoT.ConfigUI/Services/GatewayStorageStatus.cs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IIoT.Gateway.Solution/IIoT.Gateway.Solution/IIoT.Domain/Models/Channel.cs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data/02-gateway.json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http://127.0.0.1:5181/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"gateway-channel",</a:t>
            </a:r>
          </a:p>
          <a:p xmlns:a="http://schemas.openxmlformats.org/drawingml/2006/main">
            <a:r>
              <a:t>  "title": "교육용 Modbus 채널 저장과 목록 확인",</a:t>
            </a:r>
          </a:p>
          <a:p xmlns:a="http://schemas.openxmlformats.org/drawingml/2006/main">
            <a:r>
              <a:t>  "goal": "격리된 임시 메모리 저장소에 채널을 등록하고 등록과 실제 연결의 차이를 확인합니다.",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"'Data Access'의 Channel List에서 'Add Channel'을 누릅니다.",</a:t>
            </a:r>
          </a:p>
          <a:p xmlns:a="http://schemas.openxmlformats.org/drawingml/2006/main">
            <a:r>
              <a:t>    "'Channel Name'에 기존 이름과 겹치지 않는 'Manual_Modbus'를 입력합니다. 중복 이름은 OPC UA NodeID 충돌 안내가 표시됩니다.",</a:t>
            </a:r>
          </a:p>
          <a:p xmlns:a="http://schemas.openxmlformats.org/drawingml/2006/main">
            <a:r>
              <a:t>    "'Communication'은 기본값 'Modbus TCP'로 유지하고 'Description'에 '매뉴얼 실습용 임시 구성. 실제 PLC 연결 없음.'을 입력합니다.",</a:t>
            </a:r>
          </a:p>
          <a:p xmlns:a="http://schemas.openxmlformats.org/drawingml/2006/main">
            <a:r>
              <a:t>    "'Driver Parameters JSON'에 '{}'를 입력하고 'Save'를 누릅니다. 이 빈 객체는 등록 실습용이며 실제 드라이버 연결에 충분한 설정이 아닙니다.",</a:t>
            </a:r>
          </a:p>
          <a:p xmlns:a="http://schemas.openxmlformats.org/drawingml/2006/main">
            <a:r>
              <a:t>    "Channel List에 Manual_Modbus가 추가되고 CHANNELS 및 전체 항목 수가 1 증가했는지 확인합니다. 빈 저장소에서 시작한 캡처는 1 / 1 항목입니다. 원복: 실습 종료 시 이 교육용 채널의 삭제 아이콘을 눌러 확인창에서 삭제를 확정합니다. 저장 전 취소하려면 Cancel을 사용합니다."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"교육용 채널 한 개가 현재 임시 메모리 목록에 저장됩니다. 새 채널 기본 상태는 Modbus TCP, Enabled=true, Status=Stopped입니다. 등록만으로 실제 PLC/OPC UA가 연결되지는 않습니다.",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"중복 오류가 보이면 다른 고유 이름을 입력합니다. 기존 채널 이름을 바꾸어 해결하지 않습니다.",</a:t>
            </a:r>
          </a:p>
          <a:p xmlns:a="http://schemas.openxmlformats.org/drawingml/2006/main">
            <a:r>
              <a:t>    "이 실습의 Save는 임시 UI 구성을 변경합니다. 운영 저장소에서는 같은 실습을 반복하지 않습니다. 현재 임시 메모리 저장소의 설정은 재시작 후 지속되지 않을 수 있습니다."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"screenshot": "assets/screenshots/gateway-channel.jpg",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"2026-10-23T17:02:15.980Z",</a:t>
            </a:r>
          </a:p>
          <a:p xmlns:a="http://schemas.openxmlformats.org/drawingml/2006/main">
            <a:r>
              <a:t>    "url": "http://127.0.0.1:5181/",</a:t>
            </a:r>
          </a:p>
          <a:p xmlns:a="http://schemas.openxmlformats.org/drawingml/2006/main">
            <a:r>
              <a:t>    "observed": "Add Channel 입력값과 Modbus TCP 선택, 실습용 임시 구성 안내",</a:t>
            </a:r>
          </a:p>
          <a:p xmlns:a="http://schemas.openxmlformats.org/drawingml/2006/main">
            <a:r>
              <a:t>    "sha256": "a7f068ce6cb57c923d4924bca7231accc206d16d6d05f687928317278d9c728c"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IIoT.Gateway.Solution/IIoT.Gateway.Solution/IIoT.ConfigUI/Pages/DataAccess.razor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IIoT.Gateway.Solution/IIoT.Gateway.Solution/IIoT.ConfigUI/Pages/Monitoring.razor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IIoT.Gateway.Solution/IIoT.Gateway.Solution/IIoT.ConfigUI/Shared/MainLayout.razor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IIoT.Gateway.Solution/IIoT.Gateway.Solution/IIoT.ConfigUI/Services/GatewayStorageStatus.cs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IIoT.Gateway.Solution/IIoT.Gateway.Solution/IIoT.Domain/Models/Channel.cs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data/02-gateway.json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http://127.0.0.1:5181/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"gateway-filter",</a:t>
            </a:r>
          </a:p>
          <a:p xmlns:a="http://schemas.openxmlformats.org/drawingml/2006/main">
            <a:r>
              <a:t>  "title": "현재 구성 목록 검색과 새로고침",</a:t>
            </a:r>
          </a:p>
          <a:p xmlns:a="http://schemas.openxmlformats.org/drawingml/2006/main">
            <a:r>
              <a:t>  "goal": "목록 범위 안에서 원하는 구성을 찾고 저장소 내용을 다시 읽습니다.",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"'Data Access'에서 현재 목록이 Channel List인지, 특정 채널의 Device 목록인지 먼저 확인합니다.",</a:t>
            </a:r>
          </a:p>
          <a:p xmlns:a="http://schemas.openxmlformats.org/drawingml/2006/main">
            <a:r>
              <a:t>    "'현재 목록 검색'에 화면에 보이는 이름 일부를 입력합니다. 채널은 이름·통신 방식·설명, 설비는 이름·IP·PLC 형식, 태그는 이름·주소를 검색합니다.",</a:t>
            </a:r>
          </a:p>
          <a:p xmlns:a="http://schemas.openxmlformats.org/drawingml/2006/main">
            <a:r>
              <a:t>    "결과 건수와 목록을 확인합니다. 현재 목록이 비어 있으면 임의 검색어를 넣어 '검색 조건에 맞는 항목이 없습니다.'를 확인할 수 있습니다.",</a:t>
            </a:r>
          </a:p>
          <a:p xmlns:a="http://schemas.openxmlformats.org/drawingml/2006/main">
            <a:r>
              <a:t>    "검색어를 지우고 '새로고침'을 누릅니다. 완료 후 '최근 확인 HH:mm:ss · 저장된 구성을 다시 불러왔습니다.'를 확인합니다.",</a:t>
            </a:r>
          </a:p>
          <a:p xmlns:a="http://schemas.openxmlformats.org/drawingml/2006/main">
            <a:r>
              <a:t>    "원복: 검색어를 빈칸으로 유지합니다. 이 작업은 저장된 구성 재조회이며 장치 재시작이나 구성 저장을 수행하지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"입력 즉시 현재 목록이 좁혀지고 '표시 건수 / 전체 항목'이 갱신됩니다. 새로고침은 데이터 저장소의 구성을 다시 불러옵니다.",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"검색 결과가 0이면 상위 Channel List로 돌아가 현재 검색 범위를 확인합니다.",</a:t>
            </a:r>
          </a:p>
          <a:p xmlns:a="http://schemas.openxmlformats.org/drawingml/2006/main">
            <a:r>
              <a:t>    "'구성을 불러오지 못했습니다.'가 보이면 현재 화면의 기존 목록을 최신 상태로 간주하지 말고 저장소 연결을 점검합니다."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"screenshot": "assets/screenshots/gateway-filter.jpg",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"2026-10-23T17:02:32.975Z",</a:t>
            </a:r>
          </a:p>
          <a:p xmlns:a="http://schemas.openxmlformats.org/drawingml/2006/main">
            <a:r>
              <a:t>    "url": "http://127.0.0.1:5181/",</a:t>
            </a:r>
          </a:p>
          <a:p xmlns:a="http://schemas.openxmlformats.org/drawingml/2006/main">
            <a:r>
              <a:t>    "observed": "Manual 검색과 수동 새로고침 후 실습 채널 1/1 표시",</a:t>
            </a:r>
          </a:p>
          <a:p xmlns:a="http://schemas.openxmlformats.org/drawingml/2006/main">
            <a:r>
              <a:t>    "sha256": "3e43c9fc7518c1db011605028a0279dbd5340a0ba7e8ab3cf352c379dbbb416c"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IIoT.Gateway.Solution/IIoT.Gateway.Solution/IIoT.ConfigUI/Pages/DataAccess.razor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IIoT.Gateway.Solution/IIoT.Gateway.Solution/IIoT.ConfigUI/Pages/Monitoring.razor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IIoT.Gateway.Solution/IIoT.Gateway.Solution/IIoT.ConfigUI/Shared/MainLayout.razor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IIoT.Gateway.Solution/IIoT.Gateway.Solution/IIoT.ConfigUI/Services/GatewayStorageStatus.cs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IIoT.Gateway.Solution/IIoT.Gateway.Solution/IIoT.Domain/Models/Channel.cs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data/02-gateway.json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http://127.0.0.1:5181/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"gateway-monitoring",</a:t>
            </a:r>
          </a:p>
          <a:p xmlns:a="http://schemas.openxmlformats.org/drawingml/2006/main">
            <a:r>
              <a:t>  "title": "Gateway와 OPC UA의 연결 상태 점검",</a:t>
            </a:r>
          </a:p>
          <a:p xmlns:a="http://schemas.openxmlformats.org/drawingml/2006/main">
            <a:r>
              <a:t>  "goal": "ConfigUI 가용성과 수집 서버·OPC UA 연결 상태를 구분합니다.",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"왼쪽 'Monitoring'을 누릅니다.",</a:t>
            </a:r>
          </a:p>
          <a:p xmlns:a="http://schemas.openxmlformats.org/drawingml/2006/main">
            <a:r>
              <a:t>    "'Gateway Server Control'의 'Server Status'를 읽고 'Refresh'를 누릅니다. 현재 실습 backend :5191은 사용 불가이므로 Running으로 가정하지 않습니다.",</a:t>
            </a:r>
          </a:p>
          <a:p xmlns:a="http://schemas.openxmlformats.org/drawingml/2006/main">
            <a:r>
              <a:t>    "'OPC UA Server Connection'에서 'Connection Status'와 'Server Endpoint URL'을 확인합니다. UI 기본 입력값은 'opc.tcp://localhost:7312'입니다.",</a:t>
            </a:r>
          </a:p>
          <a:p xmlns:a="http://schemas.openxmlformats.org/drawingml/2006/main">
            <a:r>
              <a:t>    "현재 실습에서는 연결된 OPC UA 서버가 없으므로 'Disconnected'와 미연결 안내를 확인합니다. Start, Restart, Stop 또는 Connect는 누르지 않습니다.",</a:t>
            </a:r>
          </a:p>
          <a:p xmlns:a="http://schemas.openxmlformats.org/drawingml/2006/main">
            <a:r>
              <a:t>    "원복: 조회만 수행했으므로 변경할 설정이 없습니다. 화면에서 임의로 실제 운영 서버 주소를 입력하지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"수집 서버 상태와 OPC UA 클라이언트 상태가 따로 표시됩니다. 현재 UI 메모리 실습에서는 실제 데이터 수집 정상 상태를 증명할 수 없습니다.",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"ConfigUI가 열려도 Server Status가 Stopped이거나 OPC UA가 Disconnected일 수 있습니다. 두 상태를 같은 것으로 처리하지 않습니다.",</a:t>
            </a:r>
          </a:p>
          <a:p xmlns:a="http://schemas.openxmlformats.org/drawingml/2006/main">
            <a:r>
              <a:t>    "실제 연결 점검에는 backend 실행, 올바른 OPC UA endpoint, 인증서·보안 정책과 포트가 별도로 준비되어야 합니다. UI 기본 :7312와 다른 실습용 :4848을 자동으로 같은 주소라고 가정하지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"screenshot": "assets/screenshots/gateway-monitoring.jpg",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"2026-10-23T17:03:26.975Z",</a:t>
            </a:r>
          </a:p>
          <a:p xmlns:a="http://schemas.openxmlformats.org/drawingml/2006/main">
            <a:r>
              <a:t>    "url": "http://127.0.0.1:5181/monitoring",</a:t>
            </a:r>
          </a:p>
          <a:p xmlns:a="http://schemas.openxmlformats.org/drawingml/2006/main">
            <a:r>
              <a:t>    "observed": "Gateway backend와 OPC UA Disconnected 상태에서 Refresh 동작 확인",</a:t>
            </a:r>
          </a:p>
          <a:p xmlns:a="http://schemas.openxmlformats.org/drawingml/2006/main">
            <a:r>
              <a:t>    "sha256": "49a902030d2dd9762a1ce7de57ab2aeb6b58b32094e01992f0fe3a94eb42b748"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IIoT.Gateway.Solution/IIoT.Gateway.Solution/IIoT.ConfigUI/Pages/DataAccess.razor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IIoT.Gateway.Solution/IIoT.Gateway.Solution/IIoT.ConfigUI/Pages/Monitoring.razor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IIoT.Gateway.Solution/IIoT.Gateway.Solution/IIoT.ConfigUI/Shared/MainLayout.razor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IIoT.Gateway.Solution/IIoT.Gateway.Solution/IIoT.ConfigUI/Services/GatewayStorageStatus.cs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IIoT.Gateway.Solution/IIoT.Gateway.Solution/IIoT.Domain/Models/Channel.cs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data/03-twin.json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"scope": "로컬 대규모 공장 시뮬레이션의 연결 상태, 시작·정지, 설비 탐색·제어, 3D 카메라, CSV, 운영 대시보드·워크플로우·매핑 화면을 안내한다. 실제 PLC 제어 또는 외부 OEE 정상 연동을 검증한 문서로 해석하지 않는다.",</a:t>
            </a:r>
          </a:p>
          <a:p xmlns:a="http://schemas.openxmlformats.org/drawingml/2006/main">
            <a:r>
              <a:t>  "prerequisites": [</a:t>
            </a:r>
          </a:p>
          <a:p xmlns:a="http://schemas.openxmlformats.org/drawingml/2006/main">
            <a:r>
              <a:t>    "TwinForge API가 http://127.0.0.1:5183, React UI가 http://127.0.0.1:5182에서 실행되어야 한다.",</a:t>
            </a:r>
          </a:p>
          <a:p xmlns:a="http://schemas.openxmlformats.org/drawingml/2006/main">
            <a:r>
              <a:t>    "UI의 /api 및 /hubs 요청은 기본적으로 API 5183으로 프록시된다. 별도 API는 TWIN_API_TARGET 또는 VITE_API_URL 설정을 확인한다.",</a:t>
            </a:r>
          </a:p>
          <a:p xmlns:a="http://schemas.openxmlformats.org/drawingml/2006/main">
            <a:r>
              <a:t>    "이 매뉴얼의 대상은 '로컬 시뮬레이션 · 모의 생산 데이터' 모드다. 1,000대 배치는 UseLargeFactory 설정이 활성화된 경우다.",</a:t>
            </a:r>
          </a:p>
          <a:p xmlns:a="http://schemas.openxmlformats.org/drawingml/2006/main">
            <a:r>
              <a:t>    "화면이 이미 실행 중이면 기존 결과를 먼저 확인한다. 초기화는 공장 상태를 변경하므로 기존 기록이 필요한 작업에서는 누르지 않는다.",</a:t>
            </a:r>
          </a:p>
          <a:p xmlns:a="http://schemas.openxmlformats.org/drawingml/2006/main">
            <a:r>
              <a:t>    "브라우저 다운로드를 허용한다. 원본 수신 경과 시간은 선택 설비 텔레메트리 또는 공장 프레임의 시간 기준이며 데이터 품질 전체를 보증하는 지표는 아니다."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TwinForge/frontend/forgetwin-web/src/components/FactoryWorkspace.tsx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TwinForge/frontend/forgetwin-web/src/App.tsx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TwinForge/frontend/forgetwin-web/src/components/TelemetryPanel.tsx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TwinForge/frontend/forgetwin-web/src/components/MesSimulationPanel.tsx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TwinForge/frontend/forgetwin-web/src/components/OeeAnalyzerPanel.tsx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TwinForge/frontend/forgetwin-web/src/components/NodeMappingWorkspace.tsx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TwinForge/frontend/forgetwin-web/src/workflow/WorkflowDesigner.tsx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TwinForge/frontend/forgetwin-web/src/workflow/components/Toolbar.tsx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TwinForge/frontend/forgetwin-web/vite.config.ts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data/03-twin.json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"twin-overview",</a:t>
            </a:r>
          </a:p>
          <a:p xmlns:a="http://schemas.openxmlformats.org/drawingml/2006/main">
            <a:r>
              <a:t>  "title": "연결 상태와 데이터 출처 확인",</a:t>
            </a:r>
          </a:p>
          <a:p xmlns:a="http://schemas.openxmlformats.org/drawingml/2006/main">
            <a:r>
              <a:t>  "goal": "실시간 연결, 미리보기, 모의 생산 데이터를 구분하고 갱신 지연을 파악한다.",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"브라우저에서 http://127.0.0.1:5182/를 연다. 상단 '가상 공장'과 '운영 모니터링'이 선택되었는지 확인한다.",</a:t>
            </a:r>
          </a:p>
          <a:p xmlns:a="http://schemas.openxmlformats.org/drawingml/2006/main">
            <a:r>
              <a:t>    "오른쪽 연결 배지에서 '실시간 연결' 여부를 확인한다. '연결 중', '재연결 중', '연결 끊김'이면 이를 먼저 기록한다.",</a:t>
            </a:r>
          </a:p>
          <a:p xmlns:a="http://schemas.openxmlformats.org/drawingml/2006/main">
            <a:r>
              <a:t>    "상단 안내에서 '로컬 시뮬레이션 · 모의 생산 데이터'를 확인한다. 외부 PLC 모드가 표시되면 이 매뉴얼의 모의 공장 전제를 적용하지 않는다.",</a:t>
            </a:r>
          </a:p>
          <a:p xmlns:a="http://schemas.openxmlformats.org/drawingml/2006/main">
            <a:r>
              <a:t>    "안내 오른쪽의 '원본 수신 N초 전'과 '갱신 지연' 표시를 확인한다. 5초를 초과하면 지연 표시가 나타난다.",</a:t>
            </a:r>
          </a:p>
          <a:p xmlns:a="http://schemas.openxmlformats.org/drawingml/2006/main">
            <a:r>
              <a:t>    "설비 가동 현황·가동 비율·점검 필요 설비·모의 출하 완료 카드를 확인한다. 미리보기의 '—'는 측정값 0과 구분한다."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"데이터 출처와 연결 상태를 설명할 수 있고, 미리보기와 수신된 공장 상태를 구분한다. 연결 중단 후 보이는 값은 마지막 수신 상태다.",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"화면이 열리지 않으면 UI 5182 실행 여부를 확인한다.",</a:t>
            </a:r>
          </a:p>
          <a:p xmlns:a="http://schemas.openxmlformats.org/drawingml/2006/main">
            <a:r>
              <a:t>    "UI만 열리고 연결이 끊기면 API 5183과 /hubs 프록시를 확인한 뒤 다시 접속한다.",</a:t>
            </a:r>
          </a:p>
          <a:p xmlns:a="http://schemas.openxmlformats.org/drawingml/2006/main">
            <a:r>
              <a:t>    "원본 시간이 오래되면 실행 정지 여부와 연결 상태를 함께 확인한다. 경과 시간만으로 설비 고장으로 단정하지 않는다."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"assets/screenshots/twin-overview.jpg",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"2026-10-23T17:13:40.202Z",</a:t>
            </a:r>
          </a:p>
          <a:p xmlns:a="http://schemas.openxmlformats.org/drawingml/2006/main">
            <a:r>
              <a:t>    "url": "http://127.0.0.1:5182/",</a:t>
            </a:r>
          </a:p>
          <a:p xmlns:a="http://schemas.openxmlformats.org/drawingml/2006/main">
            <a:r>
              <a:t>    "observed": "로컬 모의 공장1000대, 전체 조망, 원본 수신0초 확인.",</a:t>
            </a:r>
          </a:p>
          <a:p xmlns:a="http://schemas.openxmlformats.org/drawingml/2006/main">
            <a:r>
              <a:t>    "sha256": "efc7277f54638760f21b138ddfc1d08ab064c7793873ad9b04677961550bf676"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TwinForge/frontend/forgetwin-web/src/components/FactoryWorkspace.tsx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TwinForge/frontend/forgetwin-web/src/App.tsx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TwinForge/frontend/forgetwin-web/src/components/TelemetryPanel.tsx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TwinForge/frontend/forgetwin-web/src/components/MesSimulationPanel.tsx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TwinForge/frontend/forgetwin-web/src/components/OeeAnalyzerPanel.tsx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TwinForge/frontend/forgetwin-web/src/components/NodeMappingWorkspace.tsx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TwinForge/frontend/forgetwin-web/src/workflow/WorkflowDesigner.tsx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TwinForge/frontend/forgetwin-web/src/workflow/components/Toolbar.tsx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TwinForge/frontend/forgetwin-web/vite.config.ts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data/03-twin.json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"twin-running",</a:t>
            </a:r>
          </a:p>
          <a:p xmlns:a="http://schemas.openxmlformats.org/drawingml/2006/main">
            <a:r>
              <a:t>  "title": "업종 선택 후 공장 시작·정지",</a:t>
            </a:r>
          </a:p>
          <a:p xmlns:a="http://schemas.openxmlformats.org/drawingml/2006/main">
            <a:r>
              <a:t>  "goal": "선택 업종의 로컬 시뮬레이션을 실행하고 정지 상태를 확인한다.",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"이미 가동 중이면 업종을 바꾸지 말고 현재 업종과 설비 수를 기록한다. 새 업종으로 시작할 때만 'Ⅱ 정지'를 눌러 정지한다.",</a:t>
            </a:r>
          </a:p>
          <a:p xmlns:a="http://schemas.openxmlformats.org/drawingml/2006/main">
            <a:r>
              <a:t>    "정지 상태에서 '공장 업종' 선택 상자로 업종을 고른다. 가동 중이거나 명령 처리 중이면 업종 변경이 비활성화된다.",</a:t>
            </a:r>
          </a:p>
          <a:p xmlns:a="http://schemas.openxmlformats.org/drawingml/2006/main">
            <a:r>
              <a:t>    "'▶ 시뮬레이션 시작'을 한 번 누르고 명령 처리를 기다린다. 이미 가동 중이면 시작 버튼이 비활성화된다.",</a:t>
            </a:r>
          </a:p>
          <a:p xmlns:a="http://schemas.openxmlformats.org/drawingml/2006/main">
            <a:r>
              <a:t>    "상태가 가동 중으로 바뀌고 설비 목록·3D 장면·수신 틱이 갱신되는지 확인한다. 대규모 모드에서는 1,000대 배치와 제조 구역 필터가 표시된다.",</a:t>
            </a:r>
          </a:p>
          <a:p xmlns:a="http://schemas.openxmlformats.org/drawingml/2006/main">
            <a:r>
              <a:t>    "'Ⅱ 정지'를 눌러 시뮬레이션 정지 표시를 확인한다. 필요하면 같은 업종으로 다시 시작한다.",</a:t>
            </a:r>
          </a:p>
          <a:p xmlns:a="http://schemas.openxmlformats.org/drawingml/2006/main">
            <a:r>
              <a:t>    "'초기화'는 별도 실습에서만 사용한다. 초기화 후에는 설비·누계·상태가 바뀔 수 있으므로 실행 전 필요한 CSV를 먼저 저장한다."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"시작 시 선택 업종의 설비와 갱신 상태가 나타나고, 정지 시 시뮬레이션 정지가 표시된다. 수치는 확률적 고장과 공정 진행에 따라 달라질 수 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"명령 오류 배너가 나타나면 API 응답과 연결 상태를 확인한다. 버튼을 반복해서 누르지 않는다.",</a:t>
            </a:r>
          </a:p>
          <a:p xmlns:a="http://schemas.openxmlformats.org/drawingml/2006/main">
            <a:r>
              <a:t>    "시작 버튼이 비활성화되어 있으면 이미 실행 중인지 확인한다.",</a:t>
            </a:r>
          </a:p>
          <a:p xmlns:a="http://schemas.openxmlformats.org/drawingml/2006/main">
            <a:r>
              <a:t>    "로컬 시뮬레이션 대신 외부 PLC 모드면 제어 허용과 PLC Ack·RunFeedback에 따른 별도 운영 절차가 필요하다."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"assets/screenshots/twin-running.jpg",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"2026-10-23T17:12:44.335Z",</a:t>
            </a:r>
          </a:p>
          <a:p xmlns:a="http://schemas.openxmlformats.org/drawingml/2006/main">
            <a:r>
              <a:t>    "url": "http://127.0.0.1:5182/",</a:t>
            </a:r>
          </a:p>
          <a:p xmlns:a="http://schemas.openxmlformats.org/drawingml/2006/main">
            <a:r>
              <a:t>    "observed": "로컬 시뮬레이션을 정지 후 시작, 1000대 가동 및 수신 틱 증가 확인. 실제 공장 데이터 아님.",</a:t>
            </a:r>
          </a:p>
          <a:p xmlns:a="http://schemas.openxmlformats.org/drawingml/2006/main">
            <a:r>
              <a:t>    "sha256": "2c382c6e6521b3c6f295720ed1bfec2111edeaaa0c6f52d9910a5be22d391dee"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TwinForge/frontend/forgetwin-web/src/components/FactoryWorkspace.tsx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TwinForge/frontend/forgetwin-web/src/App.tsx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TwinForge/frontend/forgetwin-web/src/components/TelemetryPanel.tsx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TwinForge/frontend/forgetwin-web/src/components/MesSimulationPanel.tsx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TwinForge/frontend/forgetwin-web/src/components/OeeAnalyzerPanel.tsx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TwinForge/frontend/forgetwin-web/src/components/NodeMappingWorkspace.tsx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TwinForge/frontend/forgetwin-web/src/workflow/WorkflowDesigner.tsx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TwinForge/frontend/forgetwin-web/src/workflow/components/Toolbar.tsx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TwinForge/frontend/forgetwin-web/vite.config.ts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data/03-twin.json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"twin-search",</a:t>
            </a:r>
          </a:p>
          <a:p xmlns:a="http://schemas.openxmlformats.org/drawingml/2006/main">
            <a:r>
              <a:t>  "title": "설비 검색·상태·구역 필터 적용",</a:t>
            </a:r>
          </a:p>
          <a:p xmlns:a="http://schemas.openxmlformats.org/drawingml/2006/main">
            <a:r>
              <a:t>  "goal": "대규모 공장에서 원하는 설비 집합을 좁히고 전체 목록으로 복귀한다.",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"왼쪽 '설비 탐색'의 검색창에 현재 보이는 설비 이름 일부를 입력한다. 이름·종류·구역·셀·공정 역할을 검색할 수 있다.",</a:t>
            </a:r>
          </a:p>
          <a:p xmlns:a="http://schemas.openxmlformats.org/drawingml/2006/main">
            <a:r>
              <a:t>    "'모든 상태' 선택 상자에서 필요한 설비 상태를 고른다. 검색어와 상태 조건은 함께 적용된다.",</a:t>
            </a:r>
          </a:p>
          <a:p xmlns:a="http://schemas.openxmlformats.org/drawingml/2006/main">
            <a:r>
              <a:t>    "대규모 배치일 때 '전체 10개 제조 구역' 선택 상자에서 구역을 고른다.",</a:t>
            </a:r>
          </a:p>
          <a:p xmlns:a="http://schemas.openxmlformats.org/drawingml/2006/main">
            <a:r>
              <a:t>    "필터 요약의 '검색 결과 수 / 전체 설비 수'를 확인한다. 결과가 50대를 넘으면 목록 아래 '이전'·'다음'을 사용한다.",</a:t>
            </a:r>
          </a:p>
          <a:p xmlns:a="http://schemas.openxmlformats.org/drawingml/2006/main">
            <a:r>
              <a:t>    "원하는 설비 행을 눌러 오른쪽 설비 정보가 해당 항목으로 바뀌는지 확인한다.",</a:t>
            </a:r>
          </a:p>
          <a:p xmlns:a="http://schemas.openxmlformats.org/drawingml/2006/main">
            <a:r>
              <a:t>    "'필터 초기화'를 눌러 검색어·상태·구역 조건을 모두 해제한다."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"조건에 맞는 설비만 목록에 남고 결과 수가 바뀐다. 조건 변경 시 목록 페이지는 처음으로 돌아간다. 필터 초기화 후 전체 설비를 탐색할 수 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"검색 결과가 없으면 검색어뿐 아니라 상태와 구역 조건도 확인한다.",</a:t>
            </a:r>
          </a:p>
          <a:p xmlns:a="http://schemas.openxmlformats.org/drawingml/2006/main">
            <a:r>
              <a:t>    "구역 선택이 없으면 대규모 공장 배치인지 확인한다.",</a:t>
            </a:r>
          </a:p>
          <a:p xmlns:a="http://schemas.openxmlformats.org/drawingml/2006/main">
            <a:r>
              <a:t>    "검색과 필터는 탐색 목록을 제한한다. 3D 장면에서 전체 설비가 보이는 것은 오류가 아니다."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"assets/screenshots/twin-search.jpg",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"2026-10-23T17:12:55.678Z",</a:t>
            </a:r>
          </a:p>
          <a:p xmlns:a="http://schemas.openxmlformats.org/drawingml/2006/main">
            <a:r>
              <a:t>    "url": "http://127.0.0.1:5182/",</a:t>
            </a:r>
          </a:p>
          <a:p xmlns:a="http://schemas.openxmlformats.org/drawingml/2006/main">
            <a:r>
              <a:t>    "observed": "robot 검색으로 100/1000대 표시. 검색 결과에만 CSV 적용.",</a:t>
            </a:r>
          </a:p>
          <a:p xmlns:a="http://schemas.openxmlformats.org/drawingml/2006/main">
            <a:r>
              <a:t>    "sha256": "d86e93e2ba85da2f018932bc949949c551658143e898dc91fb0cebea0cdf2992"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TwinForge/frontend/forgetwin-web/src/components/FactoryWorkspace.tsx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TwinForge/frontend/forgetwin-web/src/App.tsx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TwinForge/frontend/forgetwin-web/src/components/TelemetryPanel.tsx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TwinForge/frontend/forgetwin-web/src/components/MesSimulationPanel.tsx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TwinForge/frontend/forgetwin-web/src/components/OeeAnalyzerPanel.tsx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TwinForge/frontend/forgetwin-web/src/components/NodeMappingWorkspace.tsx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TwinForge/frontend/forgetwin-web/src/workflow/WorkflowDesigner.tsx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TwinForge/frontend/forgetwin-web/src/workflow/components/Toolbar.tsx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TwinForge/frontend/forgetwin-web/vite.config.ts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data/03-twin.json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"twin-equipment",</a:t>
            </a:r>
          </a:p>
          <a:p xmlns:a="http://schemas.openxmlformats.org/drawingml/2006/main">
            <a:r>
              <a:t>  "title": "설비 상세·카메라·개별 제어",</a:t>
            </a:r>
          </a:p>
          <a:p xmlns:a="http://schemas.openxmlformats.org/drawingml/2006/main">
            <a:r>
              <a:t>  "goal": "선택 설비의 위치와 운영 데이터를 확인하고 가능한 제어를 수행한다.",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"설비 목록의 한 행 또는 3D 장면의 설비를 클릭한다. 오른쪽 '설비 정보'에서 이름과 설비 종류를 대조한다.",</a:t>
            </a:r>
          </a:p>
          <a:p xmlns:a="http://schemas.openxmlformats.org/drawingml/2006/main">
            <a:r>
              <a:t>    "'설비 구역', 원본 좌표, 데이터 상태와 '운영 데이터'의 시각·값을 확인한다.",</a:t>
            </a:r>
          </a:p>
          <a:p xmlns:a="http://schemas.openxmlformats.org/drawingml/2006/main">
            <a:r>
              <a:t>    "'선택 설비로 이동 ↗'를 눌러 선택 대상을 중심으로 카메라를 이동한다.",</a:t>
            </a:r>
          </a:p>
          <a:p xmlns:a="http://schemas.openxmlformats.org/drawingml/2006/main">
            <a:r>
              <a:t>    "장면 아래 '전체 조망', '현장 시점', '평면 보기'를 차례로 선택한다. 드래그는 회전, 우클릭 드래그는 이동, 휠은 확대·축소다.",</a:t>
            </a:r>
          </a:p>
          <a:p xmlns:a="http://schemas.openxmlformats.org/drawingml/2006/main">
            <a:r>
              <a:t>    "가동 중인 로컬 시뮬레이션에서 선택 설비의 '설비 정지'를 누르고 상태 변화를 확인한다. 정지한 설비를 다시 운전할 때 '설비 시작'을 사용한다.",</a:t>
            </a:r>
          </a:p>
          <a:p xmlns:a="http://schemas.openxmlformats.org/drawingml/2006/main">
            <a:r>
              <a:t>    "'알람 이력' 탭에서 수신 이력을 확인한다. 알람 행을 누르면 현재 배치에 존재하는 설비의 정보로 이동한다."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"선택 설비와 상세 정보가 일치하고 카메라 시점이 바뀐다. 허용 조건을 충족하는 경우만 개별 시작·정지 버튼이 활성화된다. 알람은 현재 고장 판정과 별개의 수신 이력이다.",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"미리보기에서는 개별 제어를 할 수 없다. 공장 실행 여부를 먼저 확인한다.",</a:t>
            </a:r>
          </a:p>
          <a:p xmlns:a="http://schemas.openxmlformats.org/drawingml/2006/main">
            <a:r>
              <a:t>    "명령 처리 중에는 다른 설비 명령이 비활성화될 수 있다.",</a:t>
            </a:r>
          </a:p>
          <a:p xmlns:a="http://schemas.openxmlformats.org/drawingml/2006/main">
            <a:r>
              <a:t>    "외부 연동에서 버튼 클릭만으로 제어 성공을 단정하지 않는다. PLC Ack와 RunFeedback을 확인한다.",</a:t>
            </a:r>
          </a:p>
          <a:p xmlns:a="http://schemas.openxmlformats.org/drawingml/2006/main">
            <a:r>
              <a:t>    "3D 장면을 표시할 수 없으면 브라우저의 WebGL 지원과 렌더링 오류 안내를 확인한다."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"assets/screenshots/twin-equipment.jpg",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"2026-10-23T17:13:10.310Z",</a:t>
            </a:r>
          </a:p>
          <a:p xmlns:a="http://schemas.openxmlformats.org/drawingml/2006/main">
            <a:r>
              <a:t>    "url": "http://127.0.0.1:5182/",</a:t>
            </a:r>
          </a:p>
          <a:p xmlns:a="http://schemas.openxmlformats.org/drawingml/2006/main">
            <a:r>
              <a:t>    "observed": "C001 robot 04 선택 및 선택 설비로 카메라 이동. 설비 정보/원본 수신 확인.",</a:t>
            </a:r>
          </a:p>
          <a:p xmlns:a="http://schemas.openxmlformats.org/drawingml/2006/main">
            <a:r>
              <a:t>    "sha256": "054b040bede42df1049b3b86f647e2e4e1e083b29a5f60955beacd7522753300"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TwinForge/frontend/forgetwin-web/src/components/FactoryWorkspace.tsx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TwinForge/frontend/forgetwin-web/src/App.tsx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TwinForge/frontend/forgetwin-web/src/components/TelemetryPanel.tsx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TwinForge/frontend/forgetwin-web/src/components/MesSimulationPanel.tsx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TwinForge/frontend/forgetwin-web/src/components/OeeAnalyzerPanel.tsx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TwinForge/frontend/forgetwin-web/src/components/NodeMappingWorkspace.tsx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TwinForge/frontend/forgetwin-web/src/workflow/WorkflowDesigner.tsx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TwinForge/frontend/forgetwin-web/src/workflow/components/Toolbar.tsx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TwinForge/frontend/forgetwin-web/vite.config.ts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data/03-twin.json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"twin-csv",</a:t>
            </a:r>
          </a:p>
          <a:p xmlns:a="http://schemas.openxmlformats.org/drawingml/2006/main">
            <a:r>
              <a:t>  "title": "현재 필터 결과를 설비 CSV로 저장",</a:t>
            </a:r>
          </a:p>
          <a:p xmlns:a="http://schemas.openxmlformats.org/drawingml/2006/main">
            <a:r>
              <a:t>  "goal": "화면에서 선택한 설비 집합을 출처·시간 정보와 함께 내려받는다.",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"공장을 실행하여 미리보기 상태를 벗어난다. 필요한 검색·상태·구역 조건을 적용한다.",</a:t>
            </a:r>
          </a:p>
          <a:p xmlns:a="http://schemas.openxmlformats.org/drawingml/2006/main">
            <a:r>
              <a:t>    "왼쪽 결과 수를 기록한다. 내보내기는 현재 목록 페이지 50대에 한정되지 않고 필터에 맞는 전체 설비가 대상이다.",</a:t>
            </a:r>
          </a:p>
          <a:p xmlns:a="http://schemas.openxmlformats.org/drawingml/2006/main">
            <a:r>
              <a:t>    "상단 '설비 CSV ↓'를 누른다. 브라우저가 저장 위치를 물으면 다운로드 폴더를 선택한다.",</a:t>
            </a:r>
          </a:p>
          <a:p xmlns:a="http://schemas.openxmlformats.org/drawingml/2006/main">
            <a:r>
              <a:t>    "'forgetwin-equipment-YYYY-MM-DD.csv' 파일이 내려받아졌는지 확인한다.",</a:t>
            </a:r>
          </a:p>
          <a:p xmlns:a="http://schemas.openxmlformats.org/drawingml/2006/main">
            <a:r>
              <a:t>    "파일에서 equipmentId, name, state, zone, cell, sourceMode, sourceTimestamp 열을 확인하고 결과 행 수를 필터 결과 수와 비교한다."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"현재 필터 결과가 UTF-8 CSV로 다운로드된다. 출처와 공장 프레임 시간이 포함되며 시간 값이 없는 경우 빈 셀일 수 있다. 날짜가 포함된 파일명은 내보내기 시점 UTC 날짜를 사용한다.",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"CSV 버튼이 비활성화되어 있으면 설비가 없는 미리보기인지 확인한다.",</a:t>
            </a:r>
          </a:p>
          <a:p xmlns:a="http://schemas.openxmlformats.org/drawingml/2006/main">
            <a:r>
              <a:t>    "다운로드가 보이지 않으면 브라우저 다운로드 목록과 차단 표시를 확인한다.",</a:t>
            </a:r>
          </a:p>
          <a:p xmlns:a="http://schemas.openxmlformats.org/drawingml/2006/main">
            <a:r>
              <a:t>    "검색 필터가 0건이면 머리글만 저장될 수 있다. 필터 초기화 후 다시 내보낼 수 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"assets/screenshots/twin-csv.jpg",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"2026-10-23T17:13:20.970Z",</a:t>
            </a:r>
          </a:p>
          <a:p xmlns:a="http://schemas.openxmlformats.org/drawingml/2006/main">
            <a:r>
              <a:t>    "url": "http://127.0.0.1:5182/",</a:t>
            </a:r>
          </a:p>
          <a:p xmlns:a="http://schemas.openxmlformats.org/drawingml/2006/main">
            <a:r>
              <a:t>    "observed": "robot 검색 상태 CSV 버튼 실행. 다운로드 파일 twin-robot-filtered.csv 보관; 필터100대 확인.",</a:t>
            </a:r>
          </a:p>
          <a:p xmlns:a="http://schemas.openxmlformats.org/drawingml/2006/main">
            <a:r>
              <a:t>    "sha256": "c17816b30d5f7a806cee996a292bcf60c099053e830fbbaef3de45693813484d"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TwinForge/frontend/forgetwin-web/src/components/FactoryWorkspace.tsx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TwinForge/frontend/forgetwin-web/src/App.tsx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TwinForge/frontend/forgetwin-web/src/components/TelemetryPanel.tsx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TwinForge/frontend/forgetwin-web/src/components/MesSimulationPanel.tsx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TwinForge/frontend/forgetwin-web/src/components/OeeAnalyzerPanel.tsx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TwinForge/frontend/forgetwin-web/src/components/NodeMappingWorkspace.tsx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TwinForge/frontend/forgetwin-web/src/workflow/WorkflowDesigner.tsx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TwinForge/frontend/forgetwin-web/src/workflow/components/Toolbar.tsx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TwinForge/frontend/forgetwin-web/vite.config.ts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data/03-twin.json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"twin-navigation",</a:t>
            </a:r>
          </a:p>
          <a:p xmlns:a="http://schemas.openxmlformats.org/drawingml/2006/main">
            <a:r>
              <a:t>  "title": "운영 대시보드·워크플로우·노드 매핑 탐색",</a:t>
            </a:r>
          </a:p>
          <a:p xmlns:a="http://schemas.openxmlformats.org/drawingml/2006/main">
            <a:r>
              <a:t>  "goal": "현장 보기에서 분석·설계·연동 설정 작업 공간으로 이동하고 각 화면의 역할을 구분한다.",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"상단 '운영 대시보드'를 눌러 공장 상태와 설비 카드, MES Simulation, External OEEAnalyzer, Protocol·Telemetry·Alarm 패널을 찾는다.",</a:t>
            </a:r>
          </a:p>
          <a:p xmlns:a="http://schemas.openxmlformats.org/drawingml/2006/main">
            <a:r>
              <a:t>    "Telemetry의 설비 선택 상자를 바꾸어 선택 설비 이벤트와 시각을 확인한다. External OEEAnalyzer가 비활성화·미연결이면 빈 OEE 값을 정상 연동 결과로 해석하지 않는다.",</a:t>
            </a:r>
          </a:p>
          <a:p xmlns:a="http://schemas.openxmlformats.org/drawingml/2006/main">
            <a:r>
              <a:t>    "MES를 실습할 경우 MES Simulation의 업종을 확인하고 'Start MES'를 누른 뒤 Plan / Actual과 주문·공정 진행을 확인한다. MES는 공장 시뮬레이션과 구분되는 모의 생산 맥락이다.",</a:t>
            </a:r>
          </a:p>
          <a:p xmlns:a="http://schemas.openxmlformats.org/drawingml/2006/main">
            <a:r>
              <a:t>    "상단 '워크플로우'를 눌러 노드 팔레트·캔버스·속성 패널·실행 로그를 확인한다. 새 실습은 'New'로 별도 이름을 지정한 뒤 노드를 배치하고 'Save'로 저장한다.",</a:t>
            </a:r>
          </a:p>
          <a:p xmlns:a="http://schemas.openxmlformats.org/drawingml/2006/main">
            <a:r>
              <a:t>    "워크플로우에서 포트를 연결할 때 자료형과 순환 경고를 확인한다. 'Run'은 워크플로우 시뮬레이션 조작이며 실제 PLC 제어 성공을 의미하지 않는다.",</a:t>
            </a:r>
          </a:p>
          <a:p xmlns:a="http://schemas.openxmlformats.org/drawingml/2006/main">
            <a:r>
              <a:t>    "상단 '노드 매핑'을 눌러 서버 선택→노드 선택→객체·속성 연결 흐름을 확인한다. 현재 서버가 미연결이면 탐색·값 미리보기가 실패할 수 있다.",</a:t>
            </a:r>
          </a:p>
          <a:p xmlns:a="http://schemas.openxmlformats.org/drawingml/2006/main">
            <a:r>
              <a:t>    "설정을 편집했다면 작업 목록 반영과 상단 '설정 저장'을 구분한다. 저장된 서버·매핑 설정은 API 재시작 후 적용된다. 화면 확인만 하는 실습에서는 설정을 변경하지 않고 '가상 공장으로' 복귀한다."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"운영·워크플로우·매핑 화면의 용도를 구분하고 가상 공장으로 복귀할 수 있다. 이 메뉴 전환은 동일한 / 주소 안의 화면 상태 전환이며 별도 URL 경로를 만들지 않는다.",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"OEE의 'Sync now'가 비활성화되면 연동 enabled 설정과 외부 API 상태를 확인한다.",</a:t>
            </a:r>
          </a:p>
          <a:p xmlns:a="http://schemas.openxmlformats.org/drawingml/2006/main">
            <a:r>
              <a:t>    "MES·워크플로우·3D 공장 실행 상태를 서로 같은 실행으로 취급하지 않는다.",</a:t>
            </a:r>
          </a:p>
          <a:p xmlns:a="http://schemas.openxmlformats.org/drawingml/2006/main">
            <a:r>
              <a:t>    "노드 매핑 저장 후 즉시 적용되지 않으면 '재시작 후 적용 대기'와 현재 적용 주소를 확인한다.",</a:t>
            </a:r>
          </a:p>
          <a:p xmlns:a="http://schemas.openxmlformats.org/drawingml/2006/main">
            <a:r>
              <a:t>    "저장하지 않은 매핑 변경이 있으면 나갈 때 경고가 나타날 수 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"assets/screenshots/twin-navigation.jpg",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"2026-10-23T17:13:22.345Z",</a:t>
            </a:r>
          </a:p>
          <a:p xmlns:a="http://schemas.openxmlformats.org/drawingml/2006/main">
            <a:r>
              <a:t>    "url": "http://127.0.0.1:5182/",</a:t>
            </a:r>
          </a:p>
          <a:p xmlns:a="http://schemas.openxmlformats.org/drawingml/2006/main">
            <a:r>
              <a:t>    "observed": "상단 운영 대시보드로 이동, 로컬 모의 생산 지표 및 API 연결 확인.",</a:t>
            </a:r>
          </a:p>
          <a:p xmlns:a="http://schemas.openxmlformats.org/drawingml/2006/main">
            <a:r>
              <a:t>    "sha256": "1cab64de95eec05f466e26cc5110a6b22b458b32b491957752336986a35debfb"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TwinForge/frontend/forgetwin-web/src/components/FactoryWorkspace.tsx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TwinForge/frontend/forgetwin-web/src/App.tsx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TwinForge/frontend/forgetwin-web/src/components/TelemetryPanel.tsx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TwinForge/frontend/forgetwin-web/src/components/MesSimulationPanel.tsx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TwinForge/frontend/forgetwin-web/src/components/OeeAnalyzerPanel.tsx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TwinForge/frontend/forgetwin-web/src/components/NodeMappingWorkspace.tsx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TwinForge/frontend/forgetwin-web/src/workflow/WorkflowDesigner.tsx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TwinForge/frontend/forgetwin-web/src/workflow/components/Toolbar.tsx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TwinForge/frontend/forgetwin-web/vite.config.ts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TwinForge/README.md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data/04-oee.json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http://127.0.0.1:5185/login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"scope": "현재 접근 가능한 로그인 화면·개발 계정 선택·API 연결 실패 대응을 안내한다. 분석 기간 조회, 계산 상태별 CSV, 조회 전용 대시보드는 소스에 근거한 API 복구 후 절차이며 현 환경에서 실행 확인하지 않았다.",</a:t>
            </a:r>
          </a:p>
          <a:p xmlns:a="http://schemas.openxmlformats.org/drawingml/2006/main">
            <a:r>
              <a:t>  "prerequisites": [</a:t>
            </a:r>
          </a:p>
          <a:p xmlns:a="http://schemas.openxmlformats.org/drawingml/2006/main">
            <a:r>
              <a:t>    "React UI는 http://127.0.0.1:5185, 분석 API 목표 주소는 http://127.0.0.1:5184다. /api와 /hubs는 UI 개발 서버에서 API로 프록시된다.",</a:t>
            </a:r>
          </a:p>
          <a:p xmlns:a="http://schemas.openxmlformats.org/drawingml/2006/main">
            <a:r>
              <a:t>    "현재 알려진 환경 제약은 Docker 엔진 시작 실패와 API 미연결이다. 로그인 화면이 열린 사실만으로 인증·계산·데이터 연동이 정상임을 의미하지 않는다.",</a:t>
            </a:r>
          </a:p>
          <a:p xmlns:a="http://schemas.openxmlformats.org/drawingml/2006/main">
            <a:r>
              <a:t>    "정상 분석에는 API와 기존 MySQL·TimescaleDB·Redis 등 구성된 데이터 서비스, 유효 계정과 역할, 생산 증거 및 TwinForge 생산 맥락이 필요하다.",</a:t>
            </a:r>
          </a:p>
          <a:p xmlns:a="http://schemas.openxmlformats.org/drawingml/2006/main">
            <a:r>
              <a:t>    "개발 계정 선택 버튼은 개발 서버(import.meta.env.DEV)에서만 표시된다. 버튼은 입력값을 채우며 계정을 생성하거나 자동 인증하지 않는다. 기존 DB에서 해당 계정의 존재를 보장하지 않는다.",</a:t>
            </a:r>
          </a:p>
          <a:p xmlns:a="http://schemas.openxmlformats.org/drawingml/2006/main">
            <a:r>
              <a:t>    "새 운영 계정 초기화·비밀번호 변경은 관리자가 기존 인증 및 Bootstrap 정책에 따라 수행한다. 본 매뉴얼은 인증 우회나 계정 재생성을 안내하지 않는다."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OEEAnalyzer/OeeMccSolution/src/Frontend/src/pages/LoginPage.tsx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OEEAnalyzer/OeeMccSolution/src/Frontend/src/pages/AdminIntegrationPage.tsx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OEEAnalyzer/OeeMccSolution/src/Frontend/src/pages/ViewerPage.tsx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OEEAnalyzer/OeeMccSolution/src/Frontend/src/components/Layout.tsx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OEEAnalyzer/OeeMccSolution/src/Frontend/src/App.tsx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OEEAnalyzer/OeeMccSolution/src/Frontend/src/services/api.ts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OEEAnalyzer/OeeMccSolution/src/Frontend/src/services/types.ts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OEEAnalyzer/OeeMccSolution/src/Frontend/vite.config.ts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data/04-oee.json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http://127.0.0.1:5185/login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"oee-login",</a:t>
            </a:r>
          </a:p>
          <a:p xmlns:a="http://schemas.openxmlformats.org/drawingml/2006/main">
            <a:r>
              <a:t>  "title": "로그인 화면 열기와 접근 역할 확인",</a:t>
            </a:r>
          </a:p>
          <a:p xmlns:a="http://schemas.openxmlformats.org/drawingml/2006/main">
            <a:r>
              <a:t>  "goal": "분석 작업 공간의 진입 화면과 계정 입력 위치를 확인한다.",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"http://127.0.0.1:5185/login을 연다.",</a:t>
            </a:r>
          </a:p>
          <a:p xmlns:a="http://schemas.openxmlformats.org/drawingml/2006/main">
            <a:r>
              <a:t>    "왼쪽 '생산 효율의 근거를 확인하세요' 안내와 Access·Dashboard·Admin 설명을 확인한다.",</a:t>
            </a:r>
          </a:p>
          <a:p xmlns:a="http://schemas.openxmlformats.org/drawingml/2006/main">
            <a:r>
              <a:t>    "오른쪽 Sign in 영역의 Username, Password, Login 버튼을 확인한다.",</a:t>
            </a:r>
          </a:p>
          <a:p xmlns:a="http://schemas.openxmlformats.org/drawingml/2006/main">
            <a:r>
              <a:t>    "개인에게 부여된 계정이 있으면 Username과 Password에 입력한다. 비밀번호는 가림 표시로 입력된다.",</a:t>
            </a:r>
          </a:p>
          <a:p xmlns:a="http://schemas.openxmlformats.org/drawingml/2006/main">
            <a:r>
              <a:t>    "API가 미연결인 현재 환경에서는 입력 화면 확인과 인증 성공을 구분한다. 인증 결과는 다음 조작에서 확인한다."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"로그인 폼과 역할별 작업 영역 안내가 보인다. 비어 있는 필수 입력으로는 제출이 제한된다.",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"페이지가 열리지 않으면 UI 5185 프로세스를 확인한다.",</a:t>
            </a:r>
          </a:p>
          <a:p xmlns:a="http://schemas.openxmlformats.org/drawingml/2006/main">
            <a:r>
              <a:t>    "관리 화면 주소로 직접 진입해도 세션이 없으면 로그인으로 이동한다. URL 입력은 인증을 대체하지 않는다.",</a:t>
            </a:r>
          </a:p>
          <a:p xmlns:a="http://schemas.openxmlformats.org/drawingml/2006/main">
            <a:r>
              <a:t>    "세션이 만료되었으면 승인된 계정으로 다시 로그인한다."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"assets/screenshots/oee-login.jpg",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"2026-10-23T17:13:55.002Z",</a:t>
            </a:r>
          </a:p>
          <a:p xmlns:a="http://schemas.openxmlformats.org/drawingml/2006/main">
            <a:r>
              <a:t>    "url": "http://127.0.0.1:5185/login",</a:t>
            </a:r>
          </a:p>
          <a:p xmlns:a="http://schemas.openxmlformats.org/drawingml/2006/main">
            <a:r>
              <a:t>    "observed": "OEE 로그인 화면과 역할별 로컬 계정 프리셋 확인.",</a:t>
            </a:r>
          </a:p>
          <a:p xmlns:a="http://schemas.openxmlformats.org/drawingml/2006/main">
            <a:r>
              <a:t>    "sha256": "94926647904c3c88132bdaaa500b72e75f9e87e3c4584facadedf214abe4a328"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OEEAnalyzer/OeeMccSolution/src/Frontend/src/pages/LoginPage.tsx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OEEAnalyzer/OeeMccSolution/src/Frontend/src/pages/AdminIntegrationPage.tsx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OEEAnalyzer/OeeMccSolution/src/Frontend/src/pages/ViewerPage.tsx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OEEAnalyzer/OeeMccSolution/src/Frontend/src/components/Layout.tsx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OEEAnalyzer/OeeMccSolution/src/Frontend/src/App.tsx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OEEAnalyzer/OeeMccSolution/src/Frontend/src/services/api.ts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OEEAnalyzer/OeeMccSolution/src/Frontend/src/services/types.ts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OEEAnalyzer/OeeMccSolution/src/Frontend/vite.config.ts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data/04-oee.json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http://127.0.0.1:5185/login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"oee-account",</a:t>
            </a:r>
          </a:p>
          <a:p xmlns:a="http://schemas.openxmlformats.org/drawingml/2006/main">
            <a:r>
              <a:t>  "title": "개발용 관리자·조회 계정 입력 선택",</a:t>
            </a:r>
          </a:p>
          <a:p xmlns:a="http://schemas.openxmlformats.org/drawingml/2006/main">
            <a:r>
              <a:t>  "goal": "개발 환경의 계정 채우기 기능과 역할 차이를 이해한다.",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"로그인 폼 아래 '로컬 개발용 계정 선택' 영역이 표시되는지 확인한다.",</a:t>
            </a:r>
          </a:p>
          <a:p xmlns:a="http://schemas.openxmlformats.org/drawingml/2006/main">
            <a:r>
              <a:t>    "'관리자 계정'을 눌러 Username이 admin으로 채워지고 Password가 가림 표시로 채워지는지 확인한다.",</a:t>
            </a:r>
          </a:p>
          <a:p xmlns:a="http://schemas.openxmlformats.org/drawingml/2006/main">
            <a:r>
              <a:t>    "'조회 계정'을 눌러 Username이 viewer로 바뀌는지 확인한다.",</a:t>
            </a:r>
          </a:p>
          <a:p xmlns:a="http://schemas.openxmlformats.org/drawingml/2006/main">
            <a:r>
              <a:t>    "접근하려는 작업에 맞는 계정을 다시 선택한다. 분석·설계는 관리자 권한, 조회 대시보드는 조회 권한이 필요하다.",</a:t>
            </a:r>
          </a:p>
          <a:p xmlns:a="http://schemas.openxmlformats.org/drawingml/2006/main">
            <a:r>
              <a:t>    "이 단계에서는 버튼 선택과 로그인 성공을 구분한다. 실제 계정 검증은 Login 제출 시 API가 수행한다."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"선택 버튼에 따라 입력값이 바뀌고 이전 오류가 지워진다. 인증 성공·계정 생성은 발생하지 않는다.",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"선택 버튼이 없으면 운영 빌드일 수 있다. 승인된 계정 정보를 직접 입력한다.",</a:t>
            </a:r>
          </a:p>
          <a:p xmlns:a="http://schemas.openxmlformats.org/drawingml/2006/main">
            <a:r>
              <a:t>    "자동 입력값으로 인증이 거부되면 해당 DB에 개발 계정이 존재하는지 관리자에게 확인한다.",</a:t>
            </a:r>
          </a:p>
          <a:p xmlns:a="http://schemas.openxmlformats.org/drawingml/2006/main">
            <a:r>
              <a:t>    "계정 선택만으로 페이지가 이동하지 않는 것은 정상이다."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"assets/screenshots/oee-account.jpg",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"2026-10-23T17:13:55.364Z",</a:t>
            </a:r>
          </a:p>
          <a:p xmlns:a="http://schemas.openxmlformats.org/drawingml/2006/main">
            <a:r>
              <a:t>    "url": "http://127.0.0.1:5185/login",</a:t>
            </a:r>
          </a:p>
          <a:p xmlns:a="http://schemas.openxmlformats.org/drawingml/2006/main">
            <a:r>
              <a:t>    "observed": "조회 계정 프리셋으로 입력 필드 채움. 암호는 마스킹된 UI만 캡처.",</a:t>
            </a:r>
          </a:p>
          <a:p xmlns:a="http://schemas.openxmlformats.org/drawingml/2006/main">
            <a:r>
              <a:t>    "sha256": "cf31b8aa0d0942b065ec5fbf6de1ea088f8f6db6a604bc5d5fb514e7404deda4"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OEEAnalyzer/OeeMccSolution/src/Frontend/src/pages/LoginPage.tsx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OEEAnalyzer/OeeMccSolution/src/Frontend/src/pages/AdminIntegrationPage.tsx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OEEAnalyzer/OeeMccSolution/src/Frontend/src/pages/ViewerPage.tsx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OEEAnalyzer/OeeMccSolution/src/Frontend/src/components/Layout.tsx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OEEAnalyzer/OeeMccSolution/src/Frontend/src/App.tsx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OEEAnalyzer/OeeMccSolution/src/Frontend/src/services/api.ts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OEEAnalyzer/OeeMccSolution/src/Frontend/src/services/types.ts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OEEAnalyzer/OeeMccSolution/src/Frontend/vite.config.ts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data/04-oee.json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http://127.0.0.1:5185/login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"oee-api-error",</a:t>
            </a:r>
          </a:p>
          <a:p xmlns:a="http://schemas.openxmlformats.org/drawingml/2006/main">
            <a:r>
              <a:t>  "title": "로그인 제출 후 API 오류 구분",</a:t>
            </a:r>
          </a:p>
          <a:p xmlns:a="http://schemas.openxmlformats.org/drawingml/2006/main">
            <a:r>
              <a:t>  "goal": "잘못된 계정과 분석 API 미연결을 구분하고 적절한 재시도를 한다.",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"개발 계정 선택 또는 승인된 계정 입력으로 필수 항목을 채운다.",</a:t>
            </a:r>
          </a:p>
          <a:p xmlns:a="http://schemas.openxmlformats.org/drawingml/2006/main">
            <a:r>
              <a:t>    "'Login'을 한 번 누른다. 처리 중 'Signing in...'과 버튼 비활성화를 확인한다.",</a:t>
            </a:r>
          </a:p>
          <a:p xmlns:a="http://schemas.openxmlformats.org/drawingml/2006/main">
            <a:r>
              <a:t>    "현재 API 미연결 환경에서는 '분석 API에 연결할 수 없습니다. API 및 데이터베이스 실행 상태를 확인한 후 다시 시도하세요.' 안내를 확인한다.",</a:t>
            </a:r>
          </a:p>
          <a:p xmlns:a="http://schemas.openxmlformats.org/drawingml/2006/main">
            <a:r>
              <a:t>    "API가 401을 반환하는 경우에는 '계정 정보가 올바르지 않습니다. 아이디와 비밀번호를 확인하세요.'로 구분된다. 실제 나타난 문구만 기록한다.",</a:t>
            </a:r>
          </a:p>
          <a:p xmlns:a="http://schemas.openxmlformats.org/drawingml/2006/main">
            <a:r>
              <a:t>    "API 또는 데이터 서비스가 복구된 뒤 재시도한다. 응답 대기 제한은 15초지만 연결 거부는 더 빨리 오류가 나타날 수 있다.",</a:t>
            </a:r>
          </a:p>
          <a:p xmlns:a="http://schemas.openxmlformats.org/drawingml/2006/main">
            <a:r>
              <a:t>    "정상 인증 시 관리자는 /admin/dashboard-manager, 조회자는 /viewer로 이동하는지를 별도로 확인한다. 현재의 오류 화면을 인증 성공 근거로 사용하지 않는다."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"API 미연결 또는 인증 거부 안내가 표시되고 재시도 가능한 상태로 돌아온다. 401 이외의 서버 오류도 API 연결 오류 안내에 포함되므로 원인 확정에는 서버 상태 확인이 필요하다.",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"오류가 나면 비밀번호를 반복 변경하기 전에 API 5184와 DB 서비스 상태를 확인한다.",</a:t>
            </a:r>
          </a:p>
          <a:p xmlns:a="http://schemas.openxmlformats.org/drawingml/2006/main">
            <a:r>
              <a:t>    "UI 5185는 열리는데 로그인만 실패하면 프론트엔드 접근 성공과 백엔드 정상 여부를 구분한다.",</a:t>
            </a:r>
          </a:p>
          <a:p xmlns:a="http://schemas.openxmlformats.org/drawingml/2006/main">
            <a:r>
              <a:t>    "API가 살아난 뒤에도 401이면 기존 계정·역할·비밀번호를 관리자에게 확인한다."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"assets/screenshots/oee-api-error.jpg",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"2026-10-23T17:14:01.665Z",</a:t>
            </a:r>
          </a:p>
          <a:p xmlns:a="http://schemas.openxmlformats.org/drawingml/2006/main">
            <a:r>
              <a:t>    "url": "http://127.0.0.1:5185/login",</a:t>
            </a:r>
          </a:p>
          <a:p xmlns:a="http://schemas.openxmlformats.org/drawingml/2006/main">
            <a:r>
              <a:t>    "observed": "조회 계정 로그인 시 분석 API 연결 불가 오류 확인. 로그인 이후 기능 미검증.",</a:t>
            </a:r>
          </a:p>
          <a:p xmlns:a="http://schemas.openxmlformats.org/drawingml/2006/main">
            <a:r>
              <a:t>    "sha256": "c456a31420b5e1e7390957af09ec440991f75c8818190f6bac7a81afe0ae60cd"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OEEAnalyzer/OeeMccSolution/src/Frontend/src/pages/LoginPage.tsx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OEEAnalyzer/OeeMccSolution/src/Frontend/src/pages/AdminIntegrationPage.tsx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OEEAnalyzer/OeeMccSolution/src/Frontend/src/pages/ViewerPage.tsx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OEEAnalyzer/OeeMccSolution/src/Frontend/src/components/Layout.tsx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OEEAnalyzer/OeeMccSolution/src/Frontend/src/App.tsx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OEEAnalyzer/OeeMccSolution/src/Frontend/src/services/api.ts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OEEAnalyzer/OeeMccSolution/src/Frontend/src/services/types.ts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OEEAnalyzer/OeeMccSolution/src/Frontend/vite.config.ts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data/04-oee.json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http://127.0.0.1:5185/login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"oee-analysis",</a:t>
            </a:r>
          </a:p>
          <a:p xmlns:a="http://schemas.openxmlformats.org/drawingml/2006/main">
            <a:r>
              <a:t>  "title": "생산 증거와 OEE 분석 기간 조회",</a:t>
            </a:r>
          </a:p>
          <a:p xmlns:a="http://schemas.openxmlformats.org/drawingml/2006/main">
            <a:r>
              <a:t>  "goal": "API 복구 후 설비 키와 기간에 맞는 계산 창을 조회한다.",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"API·데이터 서비스와 관리자 인증을 복구한 뒤 관리자 계정으로 로그인한다.",</a:t>
            </a:r>
          </a:p>
          <a:p xmlns:a="http://schemas.openxmlformats.org/drawingml/2006/main">
            <a:r>
              <a:t>    "왼쪽 '생산 증거와 OEE'를 선택하거나 인증 상태에서 http://127.0.0.1:5185/admin/integration으로 이동한다.",</a:t>
            </a:r>
          </a:p>
          <a:p xmlns:a="http://schemas.openxmlformats.org/drawingml/2006/main">
            <a:r>
              <a:t>    "Integration Route에서 PLC Simulation→IIoT Gateway→TwinForge MES→OEEAnalyzer의 책임 구분을 확인한다.",</a:t>
            </a:r>
          </a:p>
          <a:p xmlns:a="http://schemas.openxmlformats.org/drawingml/2006/main">
            <a:r>
              <a:t>    "Analysis Window의 Equipment Key에 등록된 설비 키를 입력한다. 기본 예시는 demo/automotive/main-conveyor다.",</a:t>
            </a:r>
          </a:p>
          <a:p xmlns:a="http://schemas.openxmlformats.org/drawingml/2006/main">
            <a:r>
              <a:t>    "'최근 1시간', '최근 8시간', '최근 24시간' 중 하나를 누르면 기간이 바뀌면서 조회된다. 사용자 지정 기간은 From과 To를 입력하고 'Refresh Analysis'를 누른다.",</a:t>
            </a:r>
          </a:p>
          <a:p xmlns:a="http://schemas.openxmlformats.org/drawingml/2006/main">
            <a:r>
              <a:t>    "Window Status, Availability, Performance, Quality, OEE와 Coverage를 함께 확인한다. 화면의 From·To 입력은 로컬 시각이며 요청 시 UTC로 변환된다.",</a:t>
            </a:r>
          </a:p>
          <a:p xmlns:a="http://schemas.openxmlformats.org/drawingml/2006/main">
            <a:r>
              <a:t>    "Final 여부와 reasons·revision을 확인한다. N/A와 빈 결과를 0% 또는 생산 중단으로 바꾸어 해석하지 않는다."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"복구 후에는 선택 기간의 계산 창과 최종 조회 시각이 나타난다. 생산 맥락이 겹치지 않으면 Awaiting production context 안내가 나올 수 있다. 현재 환경에서는 이 절차를 실행 확인하지 않았다.",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"시작 시각이 종료 시각보다 빠른지, 설비 키가 비어 있지 않은지 확인한다.",</a:t>
            </a:r>
          </a:p>
          <a:p xmlns:a="http://schemas.openxmlformats.org/drawingml/2006/main">
            <a:r>
              <a:t>    "결과가 없으면 TwinForge 생산 맥락과 PLC/Gateway 표본의 설비 키·기간을 맞춘다.",</a:t>
            </a:r>
          </a:p>
          <a:p xmlns:a="http://schemas.openxmlformats.org/drawingml/2006/main">
            <a:r>
              <a:t>    "Incomplete·Invalid·Provisional이면 coverage와 reasons를 읽고 부족·오류 증거를 먼저 해결한다."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false,</a:t>
            </a:r>
          </a:p>
          <a:p xmlns:a="http://schemas.openxmlformats.org/drawingml/2006/main">
            <a:r>
              <a:t>  "available": false,</a:t>
            </a:r>
          </a:p>
          <a:p xmlns:a="http://schemas.openxmlformats.org/drawingml/2006/main">
            <a:r>
              <a:t>  "screenshot": null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OEEAnalyzer/OeeMccSolution/src/Frontend/src/pages/LoginPage.tsx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OEEAnalyzer/OeeMccSolution/src/Frontend/src/pages/AdminIntegrationPage.tsx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OEEAnalyzer/OeeMccSolution/src/Frontend/src/pages/ViewerPage.tsx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OEEAnalyzer/OeeMccSolution/src/Frontend/src/components/Layout.tsx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OEEAnalyzer/OeeMccSolution/src/Frontend/src/App.tsx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OEEAnalyzer/OeeMccSolution/src/Frontend/src/services/api.ts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OEEAnalyzer/OeeMccSolution/src/Frontend/src/services/types.ts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OEEAnalyzer/OeeMccSolution/src/Frontend/vite.config.ts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data/04-oee.json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http://127.0.0.1:5185/login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"oee-export",</a:t>
            </a:r>
          </a:p>
          <a:p xmlns:a="http://schemas.openxmlformats.org/drawingml/2006/main">
            <a:r>
              <a:t>  "title": "계산 상태 필터와 OEE CSV 내보내기",</a:t>
            </a:r>
          </a:p>
          <a:p xmlns:a="http://schemas.openxmlformats.org/drawingml/2006/main">
            <a:r>
              <a:t>  "goal": "API 복구 후 검토할 계산 상태만 모아 근거와 함께 내보낸다.",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"관리자 '생산 증거와 OEE'에서 분석 조회가 끝나고 OEE Window Ledger에 결과가 있는지 확인한다.",</a:t>
            </a:r>
          </a:p>
          <a:p xmlns:a="http://schemas.openxmlformats.org/drawingml/2006/main">
            <a:r>
              <a:t>    "'계산 상태'에서 전체 상태 또는 Final·Provisional·Invalid·Incomplete·NotApplicable 중 하나를 고른다.",</a:t>
            </a:r>
          </a:p>
          <a:p xmlns:a="http://schemas.openxmlformats.org/drawingml/2006/main">
            <a:r>
              <a:t>    "필터 결과 수와 전체 계산 창 수를 비교하고, 표의 기간·A/P/Q·OEE·Coverage·Production·Revision·Diagnostics를 확인한다.",</a:t>
            </a:r>
          </a:p>
          <a:p xmlns:a="http://schemas.openxmlformats.org/drawingml/2006/main">
            <a:r>
              <a:t>    "'CSV 내보내기 ↓'를 누르고 oee-windows-YYYY-MM-DD.csv 다운로드를 확인한다.",</a:t>
            </a:r>
          </a:p>
          <a:p xmlns:a="http://schemas.openxmlformats.org/drawingml/2006/main">
            <a:r>
              <a:t>    "CSV에서 contextId, fromUtc, toUtc, status, sourceMode, availability, performance, quality, oee, coverage, total, reject, revision, reasons 열을 확인한다.",</a:t>
            </a:r>
          </a:p>
          <a:p xmlns:a="http://schemas.openxmlformats.org/drawingml/2006/main">
            <a:r>
              <a:t>    "CSV의 비율은 화면의 퍼센트 문자열이 아닌 원래 수치다. null은 빈 셀로 저장될 수 있다. 내보낸 행 수가 필터 결과 수와 맞는지 확인한다."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"현재 필터에 맞는 계산 창이 UTC 기간·품질 사유·계산 revision을 포함한 CSV로 저장된다. 결과가 없거나 조회 중이면 내보내기가 비활성화된다. 현재 환경에서는 실행 확인하지 않았다.",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"상태를 고른 뒤 결과가 0개면 '전체 상태'로 돌아가 다른 계산 상태가 있는지 확인한다.",</a:t>
            </a:r>
          </a:p>
          <a:p xmlns:a="http://schemas.openxmlformats.org/drawingml/2006/main">
            <a:r>
              <a:t>    "CSV 버튼이 비활성화되면 조회 중인지 또는 필터 결과가 없는지 확인한다.",</a:t>
            </a:r>
          </a:p>
          <a:p xmlns:a="http://schemas.openxmlformats.org/drawingml/2006/main">
            <a:r>
              <a:t>    "모의 출처 Demo를 External 실측 증거로 표시하지 않는다. Final 여부와 sourceMode를 별도로 확인한다."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false,</a:t>
            </a:r>
          </a:p>
          <a:p xmlns:a="http://schemas.openxmlformats.org/drawingml/2006/main">
            <a:r>
              <a:t>  "available": false,</a:t>
            </a:r>
          </a:p>
          <a:p xmlns:a="http://schemas.openxmlformats.org/drawingml/2006/main">
            <a:r>
              <a:t>  "screenshot": null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OEEAnalyzer/OeeMccSolution/src/Frontend/src/pages/LoginPage.tsx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OEEAnalyzer/OeeMccSolution/src/Frontend/src/pages/AdminIntegrationPage.tsx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OEEAnalyzer/OeeMccSolution/src/Frontend/src/pages/ViewerPage.tsx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OEEAnalyzer/OeeMccSolution/src/Frontend/src/components/Layout.tsx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OEEAnalyzer/OeeMccSolution/src/Frontend/src/App.tsx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OEEAnalyzer/OeeMccSolution/src/Frontend/src/services/api.ts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OEEAnalyzer/OeeMccSolution/src/Frontend/src/services/types.ts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OEEAnalyzer/OeeMccSolution/src/Frontend/vite.config.ts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data/04-oee.json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http://127.0.0.1:5185/login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"oee-viewer",</a:t>
            </a:r>
          </a:p>
          <a:p xmlns:a="http://schemas.openxmlformats.org/drawingml/2006/main">
            <a:r>
              <a:t>  "title": "조회 전용 효율 모니터와 로그아웃",</a:t>
            </a:r>
          </a:p>
          <a:p xmlns:a="http://schemas.openxmlformats.org/drawingml/2006/main">
            <a:r>
              <a:t>  "goal": "API 복구 후 조회 권한으로 허용된 위젯·갱신 시각을 읽고 세션을 종료한다.",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"API·데이터 서비스가 정상인 환경에서 조회 계정으로 로그인한다.",</a:t>
            </a:r>
          </a:p>
          <a:p xmlns:a="http://schemas.openxmlformats.org/drawingml/2006/main">
            <a:r>
              <a:t>    "/viewer의 Live Dashboard에서 Session active, Last update, Widgets, Loaded Values, Mode를 확인한다.",</a:t>
            </a:r>
          </a:p>
          <a:p xmlns:a="http://schemas.openxmlformats.org/drawingml/2006/main">
            <a:r>
              <a:t>    "Viewer Dashboard의 배정 위젯 값을 읽는다. 조회 모드에서는 위젯을 이동·크기 조절할 수 없다.",</a:t>
            </a:r>
          </a:p>
          <a:p xmlns:a="http://schemas.openxmlformats.org/drawingml/2006/main">
            <a:r>
              <a:t>    "현재값과 추세의 마지막 갱신 시각을 확인한다. 실시간 갱신은 SignalR, 초기 현재값은 REST 응답을 사용한다.",</a:t>
            </a:r>
          </a:p>
          <a:p xmlns:a="http://schemas.openxmlformats.org/drawingml/2006/main">
            <a:r>
              <a:t>    "'No dashboard widgets'가 보이면 현재 계정에 배정된 레이아웃·위젯 권한을 관리자에게 확인한다.",</a:t>
            </a:r>
          </a:p>
          <a:p xmlns:a="http://schemas.openxmlformats.org/drawingml/2006/main">
            <a:r>
              <a:t>    "상단 '로그아웃 ↗'을 누르고 /login으로 돌아가는지 확인한다."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"계정에 허용된 위젯을 읽기 전용으로 확인하고 로그아웃 후 로그인 화면으로 돌아온다. 현재 환경에서는 인증과 데이터 조회를 실행 확인하지 않았다.",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"뷰어 계정으로 관리자 URL에 접근하면 /viewer로 이동할 수 있다. 권한 오류를 우회하지 않는다.",</a:t>
            </a:r>
          </a:p>
          <a:p xmlns:a="http://schemas.openxmlformats.org/drawingml/2006/main">
            <a:r>
              <a:t>    "값이 비거나 No updates이면 데이터 유입·태그 바인딩·세션 상태를 확인한다.",</a:t>
            </a:r>
          </a:p>
          <a:p xmlns:a="http://schemas.openxmlformats.org/drawingml/2006/main">
            <a:r>
              <a:t>    "실시간 갱신이 멈추면 Last update와 연결 상태를 확인하고 필요 시 재로그인한다."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false,</a:t>
            </a:r>
          </a:p>
          <a:p xmlns:a="http://schemas.openxmlformats.org/drawingml/2006/main">
            <a:r>
              <a:t>  "available": false,</a:t>
            </a:r>
          </a:p>
          <a:p xmlns:a="http://schemas.openxmlformats.org/drawingml/2006/main">
            <a:r>
              <a:t>  "screenshot": null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OEEAnalyzer/OeeMccSolution/src/Frontend/src/pages/LoginPage.tsx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OEEAnalyzer/OeeMccSolution/src/Frontend/src/pages/AdminIntegrationPage.tsx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OEEAnalyzer/OeeMccSolution/src/Frontend/src/pages/ViewerPage.tsx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OEEAnalyzer/OeeMccSolution/src/Frontend/src/components/Layout.tsx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OEEAnalyzer/OeeMccSolution/src/Frontend/src/App.tsx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OEEAnalyzer/OeeMccSolution/src/Frontend/src/services/api.ts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OEEAnalyzer/OeeMccSolution/src/Frontend/src/services/types.ts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OEEAnalyzer/OeeMccSolution/src/Frontend/vite.config.ts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OEEAnalyzer/README.md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data/05-data.json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http://127.0.0.1:5186/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"scope": "로컬 데이터 파일을 차트와 분석 그리드로 살펴보고 입력 요약을 템플릿 보고서로 작성합니다. 제조 연동 화면은 원본 품질·시각과 의존성 상태를 읽기 전용으로 관측합니다. 현재 Kafka/OEE 경로는 미연결 또는 비활성 상태이며 실시간 생산 지표가 준비된 것으로 표시하지 않습니다.",</a:t>
            </a:r>
          </a:p>
          <a:p xmlns:a="http://schemas.openxmlformats.org/drawingml/2006/main">
            <a:r>
              <a:t>  "prerequisites": [</a:t>
            </a:r>
          </a:p>
          <a:p xmlns:a="http://schemas.openxmlformats.org/drawingml/2006/main">
            <a:r>
              <a:t>    "로컬 DataNexus http://127.0.0.1:5186/ 가 실행 중이어야 합니다.",</a:t>
            </a:r>
          </a:p>
          <a:p xmlns:a="http://schemas.openxmlformats.org/drawingml/2006/main">
            <a:r>
              <a:t>    "현재 실습은 Streaming:EnableDemoStream=false, IndustrialIntegration:Enabled=false로 실행합니다. 로컬 Hub 연결과 제조 이벤트 수신은 서로 다른 상태입니다.",</a:t>
            </a:r>
          </a:p>
          <a:p xmlns:a="http://schemas.openxmlformats.org/drawingml/2006/main">
            <a:r>
              <a:t>    "파일 실습은 아래 교육용 가상 CSV만 사용합니다. 업로드 기본 제한은 10MB이며 CSV/JSON 형식을 지원합니다.",</a:t>
            </a:r>
          </a:p>
          <a:p xmlns:a="http://schemas.openxmlformats.org/drawingml/2006/main">
            <a:r>
              <a:t>    "분석 그리드의 DN- 접두 초기 행은 로컬 데모입니다. 업로드로 추가한 IM- 행 및 실제 제조 연동 데이터와 구분합니다.",</a:t>
            </a:r>
          </a:p>
          <a:p xmlns:a="http://schemas.openxmlformats.org/drawingml/2006/main">
            <a:r>
              <a:t>    "보고서 생성은 입력 요약을 보존하는 로컬 템플릿 처리입니다. 외부 생성형 AI 호출이나 생산 데이터 자동 검증을 수행하지 않습니다."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DataNexus-Analytics/src/DataNexus.Web/Components/Pages/Dashboard.razor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DataNexus-Analytics/src/DataNexus.Web/Components/Pages/FileIngestion.razor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DataNexus-Analytics/src/DataNexus.Web/Components/Pages/AnalyticsGrid.razor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DataNexus-Analytics/src/DataNexus.Web/Components/Pages/Report.razor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DataNexus-Analytics/src/DataNexus.Web/Components/Pages/IndustrialIntegration.razor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DataNexus-Analytics/src/DataNexus.Infrastructure/Analytics/AnalyticsDataService.cs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DataNexus-Analytics/src/DataNexus.Infrastructure/Reports/ReportService.cs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data/05-data.json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http://127.0.0.1:5186/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"data-overview",</a:t>
            </a:r>
          </a:p>
          <a:p xmlns:a="http://schemas.openxmlformats.org/drawingml/2006/main">
            <a:r>
              <a:t>  "title": "분석 개요에서 스트림 연결 상태 확인",</a:t>
            </a:r>
          </a:p>
          <a:p xmlns:a="http://schemas.openxmlformats.org/drawingml/2006/main">
            <a:r>
              <a:t>  "goal": "화면 연결 성공과 실제 데이터 수신 여부를 분리해 읽습니다.",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"http://127.0.0.1:5186/ 에 접속하거나 왼쪽 '분석 개요'를 누릅니다.",</a:t>
            </a:r>
          </a:p>
          <a:p xmlns:a="http://schemas.openxmlformats.org/drawingml/2006/main">
            <a:r>
              <a:t>    "'스트림 대기' 배지와 Stream Messages, Connection Status, Latest Source 카드를 확인합니다.",</a:t>
            </a:r>
          </a:p>
          <a:p xmlns:a="http://schemas.openxmlformats.org/drawingml/2006/main">
            <a:r>
              <a:t>    "'스트림 연결'을 누릅니다. 연결되면 '스트림 연결됨'과 '실제 데이터 수신을 기다립니다.' 안내를 확인합니다.",</a:t>
            </a:r>
          </a:p>
          <a:p xmlns:a="http://schemas.openxmlformats.org/drawingml/2006/main">
            <a:r>
              <a:t>    "현재 데모 스트림과 제조 수집이 비활성인 실습에서는 수신 0건과 Latest Source '—'가 유지될 수 있습니다. 이를 정상 생산 수집으로 기록하지 않습니다.",</a:t>
            </a:r>
          </a:p>
          <a:p xmlns:a="http://schemas.openxmlformats.org/drawingml/2006/main">
            <a:r>
              <a:t>    "원복: 'Disconnect'를 눌러 연결을 닫습니다. 서버나 다른 앱의 수집을 중지하는 동작은 아닙니다."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"성공하면 로컬 스트림 Hub 연결 상태만 Active로 바뀝니다. 수신 데이터가 있어야 이벤트와 최근 원본이 채워집니다. 화면은 최근 500개 이벤트만 보관합니다.",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"연결 실패 안내가 보이면 :5186 서버가 실행 중인지 확인하고 다시 시도합니다.",</a:t>
            </a:r>
          </a:p>
          <a:p xmlns:a="http://schemas.openxmlformats.org/drawingml/2006/main">
            <a:r>
              <a:t>    "연결됨인데 수신 0건이면 제조 데이터 연동에서 Kafka/OEE 상태를 확인합니다. 연결 배지만으로 수집 완료로 판단하지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"screenshot": "assets/screenshots/data-overview.jpg",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"2026-10-23T17:03:53.337Z",</a:t>
            </a:r>
          </a:p>
          <a:p xmlns:a="http://schemas.openxmlformats.org/drawingml/2006/main">
            <a:r>
              <a:t>    "url": "http://127.0.0.1:5186/live-monitor",</a:t>
            </a:r>
          </a:p>
          <a:p xmlns:a="http://schemas.openxmlformats.org/drawingml/2006/main">
            <a:r>
              <a:t>    "observed": "SignalR 연결과 수신 이벤트 0을 구분, uptime 원본 관측 전 N/A 표시",</a:t>
            </a:r>
          </a:p>
          <a:p xmlns:a="http://schemas.openxmlformats.org/drawingml/2006/main">
            <a:r>
              <a:t>    "sha256": "516fc3c0006e4dfd1ad8261e2e1cd4ce3265935e15bbb501076f025482d7d4cb"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DataNexus-Analytics/src/DataNexus.Web/Components/Pages/Dashboard.razor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DataNexus-Analytics/src/DataNexus.Web/Components/Pages/FileIngestion.razor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DataNexus-Analytics/src/DataNexus.Web/Components/Pages/AnalyticsGrid.razor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DataNexus-Analytics/src/DataNexus.Web/Components/Pages/Report.razor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DataNexus-Analytics/src/DataNexus.Web/Components/Pages/IndustrialIntegration.razor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DataNexus-Analytics/src/DataNexus.Infrastructure/Analytics/AnalyticsDataService.cs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DataNexus-Analytics/src/DataNexus.Infrastructure/Reports/ReportService.cs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data/05-data.json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http://127.0.0.1:5186/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"data-ingestion",</a:t>
            </a:r>
          </a:p>
          <a:p xmlns:a="http://schemas.openxmlformats.org/drawingml/2006/main">
            <a:r>
              <a:t>  "title": "교육용 CSV 업로드·차트 작성·그리드로 추가",</a:t>
            </a:r>
          </a:p>
          <a:p xmlns:a="http://schemas.openxmlformats.org/drawingml/2006/main">
            <a:r>
              <a:t>  "goal": "파일 열기부터 숫자 지표 차트와 분석 레코드 추가까지 진행합니다.",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"왼쪽 파일 수집 또는 /file-ingestion을 엽니다. 함께 제공한 samples/manual-process.csv를 UTF-8 파일로 준비합니다.",</a:t>
            </a:r>
          </a:p>
          <a:p xmlns:a="http://schemas.openxmlformats.org/drawingml/2006/main">
            <a:r>
              <a:t>    "'Drag &amp; drop your file here / or click to browse' 영역을 눌러 파일을 선택합니다. 업로드 후 Configure Chart의 3 rows와 컬럼 목록을 확인합니다.",</a:t>
            </a:r>
          </a:p>
          <a:p xmlns:a="http://schemas.openxmlformats.org/drawingml/2006/main">
            <a:r>
              <a:t>    "'X-Axis Column'=Timestamp, 'Y-Axis Column'=Temperature, 'Chart Type'=Line으로 선택하고 'Render Chart'를 누릅니다.",</a:t>
            </a:r>
          </a:p>
          <a:p xmlns:a="http://schemas.openxmlformats.org/drawingml/2006/main">
            <a:r>
              <a:t>    "교육용 캐시에 추가할 때만 'Add to Analytics Grid'를 누릅니다. 3행 × 숫자 지표 2개이므로 6개 분석 레코드 추가 안내와 'Added to Grid'를 확인합니다.",</a:t>
            </a:r>
          </a:p>
          <a:p xmlns:a="http://schemas.openxmlformats.org/drawingml/2006/main">
            <a:r>
              <a:t>    "'Open Analytics Grid'로 이동합니다. 화면만 원복하려면 파일 수집으로 돌아가 새 파일을 선택하거나 페이지를 다시 엽니다. 이미 추가한 레코드는 캐시에 남으며 UI에서 개별 삭제하는 기능은 없습니다."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"Timestamp에 따른 Temperature 3개 점이 차트로 표시됩니다. 그리드 추가 시 Source는 파일명, ID는 IM- 접두이며 Temperature·Speed 총 6개 레코드가 생성됩니다. 이 수치는 교육용 가상값입니다.",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"빈 파일·지원하지 않는 확장자·기본 10MB 초과 파일은 오류가 표시됩니다. 헤더가 있고 숫자 값이 들어 있는 CSV를 사용합니다.",</a:t>
            </a:r>
          </a:p>
          <a:p xmlns:a="http://schemas.openxmlformats.org/drawingml/2006/main">
            <a:r>
              <a:t>    "'No numeric metric columns were found'이면 시간·식별자 컬럼 외에 숫자 지표가 있는지 확인합니다. 같은 파일의 추가 버튼이 Added to Grid로 바뀌면 중복해서 누르지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"screenshot": "assets/screenshots/data-ingestion.jpg",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"2026-10-23T17:04:44.289Z",</a:t>
            </a:r>
          </a:p>
          <a:p xmlns:a="http://schemas.openxmlformats.org/drawingml/2006/main">
            <a:r>
              <a:t>    "url": "http://127.0.0.1:5186/file-ingestion",</a:t>
            </a:r>
          </a:p>
          <a:p xmlns:a="http://schemas.openxmlformats.org/drawingml/2006/main">
            <a:r>
              <a:t>    "observed": "교육용 3행 CSV와 Timestamp/Temperature 선택, Line 차트 렌더 및 분석 레코드 6건 추가를 확인.",</a:t>
            </a:r>
          </a:p>
          <a:p xmlns:a="http://schemas.openxmlformats.org/drawingml/2006/main">
            <a:r>
              <a:t>    "sha256": "dc053c065b9e9df35cfedc51d6aa96a5e9fcf3d65083e4ba0323fc9dbcfa87d4"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DataNexus-Analytics/src/DataNexus.Web/Components/Pages/Dashboard.razor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DataNexus-Analytics/src/DataNexus.Web/Components/Pages/FileIngestion.razor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DataNexus-Analytics/src/DataNexus.Web/Components/Pages/AnalyticsGrid.razor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DataNexus-Analytics/src/DataNexus.Web/Components/Pages/Report.razor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DataNexus-Analytics/src/DataNexus.Web/Components/Pages/IndustrialIntegration.razor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DataNexus-Analytics/src/DataNexus.Infrastructure/Analytics/AnalyticsDataService.cs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DataNexus-Analytics/src/DataNexus.Infrastructure/Reports/ReportService.cs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data/05-data.json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http://127.0.0.1:5186/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"data-grid",</a:t>
            </a:r>
          </a:p>
          <a:p xmlns:a="http://schemas.openxmlformats.org/drawingml/2006/main">
            <a:r>
              <a:t>  "title": "분석 그리드 필터·강조 기준·내보내기",</a:t>
            </a:r>
          </a:p>
          <a:p xmlns:a="http://schemas.openxmlformats.org/drawingml/2006/main">
            <a:r>
              <a:t>  "goal": "업로드 지표만 선택해 비교하고 현재 필터 결과를 파일로 보관합니다.",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"왼쪽 '분석 그리드' 또는 /analytics-grid을 엽니다. DN- 초기 행은 로컬 데모라는 안내를 먼저 읽습니다.",</a:t>
            </a:r>
          </a:p>
          <a:p xmlns:a="http://schemas.openxmlformats.org/drawingml/2006/main">
            <a:r>
              <a:t>    "'Search source…'에 'manual-process'를 입력하고 필요하면 'Search metric…'에 'Temperature'를 입력합니다. 앞 단계에서 파일을 추가했다면 Temperature 3건이 남습니다.",</a:t>
            </a:r>
          </a:p>
          <a:p xmlns:a="http://schemas.openxmlformats.org/drawingml/2006/main">
            <a:r>
              <a:t>    "기본 'Neon threshold ≥'는 80입니다. 교육용 데이터의 강조를 비교하려면 74로 바꿉니다. 이 기준은 화면 강조용이며 PLC 알람이나 OEE 계산을 변경하지 않습니다.",</a:t>
            </a:r>
          </a:p>
          <a:p xmlns:a="http://schemas.openxmlformats.org/drawingml/2006/main">
            <a:r>
              <a:t>    "필요하면 컬럼 제목을 눌러 정렬합니다. 'CSV' 또는 'JSON'을 눌러 analytics-export.csv / analytics-export.json을 다운로드합니다. 내보내기는 현재 페이지뿐 아니라 필터에 맞는 모든 행을 대상으로 합니다.",</a:t>
            </a:r>
          </a:p>
          <a:p xmlns:a="http://schemas.openxmlformats.org/drawingml/2006/main">
            <a:r>
              <a:t>    "원복: 'Clear'를 눌러 검색·정렬 조건을 지우고 강조 기준을 80으로 되돌립니다. 기본 페이지 크기는 25입니다."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"파일명·지표 조건에 맞는 행과 수치만 표시됩니다. 임계값 74에서는 예시 Temperature 74.1이 강조됩니다. 원본 레코드 값은 바뀌지 않습니다.",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"검색 결과가 없으면 Clear 후 Source 열을 확인합니다. 업로드만 하고 Add to Analytics Grid를 누르지 않았다면 IM- 행은 생성되지 않습니다.",</a:t>
            </a:r>
          </a:p>
          <a:p xmlns:a="http://schemas.openxmlformats.org/drawingml/2006/main">
            <a:r>
              <a:t>    "다운로드가 보이지 않으면 브라우저 다운로드 목록을 확인합니다. CSV/JSON 저장은 분석 그리드의 로컬 파일 내보내기입니다."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"screenshot": "assets/screenshots/data-grid.jpg",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"2026-10-23T17:17:53.470Z",</a:t>
            </a:r>
          </a:p>
          <a:p xmlns:a="http://schemas.openxmlformats.org/drawingml/2006/main">
            <a:r>
              <a:t>    "url": "http://127.0.0.1:5186/analytics-grid",</a:t>
            </a:r>
          </a:p>
          <a:p xmlns:a="http://schemas.openxmlformats.org/drawingml/2006/main">
            <a:r>
              <a:t>    "observed": "필터Temperature3건, 강조기준74에서74.1강조. CSV/JSON각3건 다운로드 및 값정렬/Clear동작 검증.",</a:t>
            </a:r>
          </a:p>
          <a:p xmlns:a="http://schemas.openxmlformats.org/drawingml/2006/main">
            <a:r>
              <a:t>    "sha256": "589f0c6623c3ec2ab0fb4be82366eb590ce48e12d74a6e08fa8c84483318795f"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DataNexus-Analytics/src/DataNexus.Web/Components/Pages/Dashboard.razor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DataNexus-Analytics/src/DataNexus.Web/Components/Pages/FileIngestion.razor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DataNexus-Analytics/src/DataNexus.Web/Components/Pages/AnalyticsGrid.razor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DataNexus-Analytics/src/DataNexus.Web/Components/Pages/Report.razor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DataNexus-Analytics/src/DataNexus.Web/Components/Pages/IndustrialIntegration.razor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DataNexus-Analytics/src/DataNexus.Infrastructure/Analytics/AnalyticsDataService.cs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DataNexus-Analytics/src/DataNexus.Infrastructure/Reports/ReportService.cs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data/05-data.json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http://127.0.0.1:5186/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"data-report",</a:t>
            </a:r>
          </a:p>
          <a:p xmlns:a="http://schemas.openxmlformats.org/drawingml/2006/main">
            <a:r>
              <a:t>  "title": "로컬 템플릿 보고서 생성과 Markdown 저장",</a:t>
            </a:r>
          </a:p>
          <a:p xmlns:a="http://schemas.openxmlformats.org/drawingml/2006/main">
            <a:r>
              <a:t>  "goal": "관측 결과와 미연결 제한을 남기는 재현 가능한 보고서를 만듭니다.",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"왼쪽 '템플릿 보고서' 또는 /report을 엽니다. Report Builder에서 제목을 '교육용 공정 데이터 확인', 작성자를 실습 담당자로 입력합니다.",</a:t>
            </a:r>
          </a:p>
          <a:p xmlns:a="http://schemas.openxmlformats.org/drawingml/2006/main">
            <a:r>
              <a:t>    "'보고서 유형'은 기본 '분석 보고서 (Analysis)', '언어'는 '한국어'로 둡니다. '목적 및 배경'에 '교육용 CSV 시각화 및 연동 상태 확인'을 입력합니다.",</a:t>
            </a:r>
          </a:p>
          <a:p xmlns:a="http://schemas.openxmlformats.org/drawingml/2006/main">
            <a:r>
              <a:t>    "'데이터 내용 / 분석 결과'에 '교육용 가상 CSV 3행. Temperature 72.5/74.1/73.2, Speed 120/125/122. Kafka/OEE 미연결로 실제 생산 OEE는 확인하지 못함.'을 입력합니다.",</a:t>
            </a:r>
          </a:p>
          <a:p xmlns:a="http://schemas.openxmlformats.org/drawingml/2006/main">
            <a:r>
              <a:t>    "'보고서 생성'을 누르고 'Markdown'과 'Preview' 탭을 전환하여 입력한 요약이 보존되는지 확인합니다.",</a:t>
            </a:r>
          </a:p>
          <a:p xmlns:a="http://schemas.openxmlformats.org/drawingml/2006/main">
            <a:r>
              <a:t>    "'Copy MD'로 복사하거나 'Download .md'로 저장합니다. 원복: 입력을 바꾸어 다시 생성하거나 페이지를 다시 열면 됩니다. 다운로드한 파일은 사용자가 별도로 보관합니다."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"입력한 제목·작성자·목적·요약이 로컬 보고서 템플릿에 채워집니다. 이 기능은 외부 AI 분석이나 입력 수치의 진위 검증을 수행하지 않습니다.",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"제목이 비어 있으면 보고서 생성이 비활성입니다.",</a:t>
            </a:r>
          </a:p>
          <a:p xmlns:a="http://schemas.openxmlformats.org/drawingml/2006/main">
            <a:r>
              <a:t>    "Copy MD가 브라우저 권한 때문에 실패하면 Download .md를 사용합니다. 보고서에 없는 생산 지표를 자동으로 보완하거나 추정한 것으로 해석하지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"screenshot": "assets/screenshots/data-report.jpg",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"2026-10-23T17:08:13.380Z",</a:t>
            </a:r>
          </a:p>
          <a:p xmlns:a="http://schemas.openxmlformats.org/drawingml/2006/main">
            <a:r>
              <a:t>    "url": "http://127.0.0.1:5186/report",</a:t>
            </a:r>
          </a:p>
          <a:p xmlns:a="http://schemas.openxmlformats.org/drawingml/2006/main">
            <a:r>
              <a:t>    "observed": "입력한 교육용 요약을 보존하는 로컬 템플릿 보고서 생성 및 Preview 확인",</a:t>
            </a:r>
          </a:p>
          <a:p xmlns:a="http://schemas.openxmlformats.org/drawingml/2006/main">
            <a:r>
              <a:t>    "sha256": "482508e2538581be6b9d8081f72ba6ce8d7262a8e583848f6dadcbd65d83e396"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DataNexus-Analytics/src/DataNexus.Web/Components/Pages/Dashboard.razor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DataNexus-Analytics/src/DataNexus.Web/Components/Pages/FileIngestion.razor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DataNexus-Analytics/src/DataNexus.Web/Components/Pages/AnalyticsGrid.razor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DataNexus-Analytics/src/DataNexus.Web/Components/Pages/Report.razor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DataNexus-Analytics/src/DataNexus.Web/Components/Pages/IndustrialIntegration.razor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DataNexus-Analytics/src/DataNexus.Infrastructure/Analytics/AnalyticsDataService.cs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DataNexus-Analytics/src/DataNexus.Infrastructure/Reports/ReportService.cs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data/05-data.json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http://127.0.0.1:5186/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"data-integration",</a:t>
            </a:r>
          </a:p>
          <a:p xmlns:a="http://schemas.openxmlformats.org/drawingml/2006/main">
            <a:r>
              <a:t>  "title": "제조 연동 의존성 확인과 화면 갱신 제어",</a:t>
            </a:r>
          </a:p>
          <a:p xmlns:a="http://schemas.openxmlformats.org/drawingml/2006/main">
            <a:r>
              <a:t>  "goal": "원본 관측 상태를 확인하고 읽는 동안 자동 갱신을 잠시 멈춥니다.",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"왼쪽 '제조 데이터 연동' 또는 /industrial-integration을 엽니다.",</a:t>
            </a:r>
          </a:p>
          <a:p xmlns:a="http://schemas.openxmlformats.org/drawingml/2006/main">
            <a:r>
              <a:t>    "오른쪽 상태 배지, 'Kafka · 미연결', 'OEE API · 미연결', 수신 이벤트 수를 확인합니다. 현재 실습에서는 '연동 수집 비활성' 또는 의존성 대기 상태가 예상됩니다.",</a:t>
            </a:r>
          </a:p>
          <a:p xmlns:a="http://schemas.openxmlformats.org/drawingml/2006/main">
            <a:r>
              <a:t>    "OEE·Availability·Performance·Quality·Coverage가 N/A이면 계산 근거가 없는 상태로 기록합니다. 0%로 바꾸어 해석하지 않습니다.",</a:t>
            </a:r>
          </a:p>
          <a:p xmlns:a="http://schemas.openxmlformats.org/drawingml/2006/main">
            <a:r>
              <a:t>    "'자동 갱신 일시정지'를 누르고 버튼이 '자동 갱신 재개'로 바뀌는지 확인합니다. 필요하면 '지금 새로고침'으로 현재 저장된 스냅샷을 다시 표시합니다.",</a:t>
            </a:r>
          </a:p>
          <a:p xmlns:a="http://schemas.openxmlformats.org/drawingml/2006/main">
            <a:r>
              <a:t>    "원복: '자동 갱신 재개'를 누릅니다. 이 버튼은 화면의 1초 갱신만 제어하며 Kafka/OEE 서버를 시작·중지하거나 강제 재수집하지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"의존성별 연결과 원본 시각·품질·계산 근거를 구분해 볼 수 있습니다. 비활성/미연결 환경에서는 데이터와 OEE가 없다는 상태가 그대로 유지됩니다.",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"'화면 확인' 시각과 Source time은 서로 다릅니다. 새로고침한 화면 시각을 원본 데이터 생성 시각으로 사용하지 않습니다.",</a:t>
            </a:r>
          </a:p>
          <a:p xmlns:a="http://schemas.openxmlformats.org/drawingml/2006/main">
            <a:r>
              <a:t>    "진단 오류나 N/A가 지속되면 Kafka 수신 경로와 OEE API를 담당자가 복구해야 합니다. '지금 새로고침'은 미연결 의존성을 연결하는 버튼이 아닙니다."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"screenshot": "assets/screenshots/data-integration.jpg",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"2026-10-23T16:57:50.626Z",</a:t>
            </a:r>
          </a:p>
          <a:p xmlns:a="http://schemas.openxmlformats.org/drawingml/2006/main">
            <a:r>
              <a:t>    "url": "http://127.0.0.1:5186/industrial-integration",</a:t>
            </a:r>
          </a:p>
          <a:p xmlns:a="http://schemas.openxmlformats.org/drawingml/2006/main">
            <a:r>
              <a:t>    "observed": "수집 비활성, Kafka/OEE 미연결, 자동 갱신 일시정지와 수동 새로고침 확인",</a:t>
            </a:r>
          </a:p>
          <a:p xmlns:a="http://schemas.openxmlformats.org/drawingml/2006/main">
            <a:r>
              <a:t>    "sha256": "3a0fc125bbdd84f68785ab15c73e9680ea3f5aa333b581cc77c88b8f39ffa0f0"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DataNexus-Analytics/src/DataNexus.Web/Components/Pages/Dashboard.razor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DataNexus-Analytics/src/DataNexus.Web/Components/Pages/FileIngestion.razor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DataNexus-Analytics/src/DataNexus.Web/Components/Pages/AnalyticsGrid.razor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DataNexus-Analytics/src/DataNexus.Web/Components/Pages/Report.razor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DataNexus-Analytics/src/DataNexus.Web/Components/Pages/IndustrialIntegration.razor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DataNexus-Analytics/src/DataNexus.Infrastructure/Analytics/AnalyticsDataService.cs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DataNexus-Analytics/src/DataNexus.Infrastructure/Reports/ReportService.cs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data/06-assistant.json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http://127.0.0.1:5187/chat-test/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"scope": "PLC HTTP 조회와 결정적 Fake 답변을 사용하는 로컬 읽기 전용 실습. History, Gateway, DataCatalog, OEE는 Mock 구성이다.",</a:t>
            </a:r>
          </a:p>
          <a:p xmlns:a="http://schemas.openxmlformats.org/drawingml/2006/main">
            <a:r>
              <a:t>  "prerequisites": [</a:t>
            </a:r>
          </a:p>
          <a:p xmlns:a="http://schemas.openxmlformats.org/drawingml/2006/main">
            <a:r>
              <a:t>    "Assistant Host와 Python 서비스가 실행 중이어야 합니다.",</a:t>
            </a:r>
          </a:p>
          <a:p xmlns:a="http://schemas.openxmlformats.org/drawingml/2006/main">
            <a:r>
              <a:t>    "실행 터미널의 일회성 Client key를 준비합니다. 매뉴얼이나 내보내기에 키를 적지 않습니다.",</a:t>
            </a:r>
          </a:p>
          <a:p xmlns:a="http://schemas.openxmlformats.org/drawingml/2006/main">
            <a:r>
              <a:t>    "PLC 상태 실습은 PLC Simulation :5180 실행과 machine-03의 매핑이 필요합니다."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industrial-ai-assistant/src/server/IndustrialAIAssistant.Host/ChatTest/index.html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industrial-ai-assistant/src/server/IndustrialAIAssistant.Host/ChatTest/chat.js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industrial-ai-assistant/scripts/chat-test-host.py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data/06-assistant.json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http://127.0.0.1:5187/chat-test/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"assistant-connect",</a:t>
            </a:r>
          </a:p>
          <a:p xmlns:a="http://schemas.openxmlformats.org/drawingml/2006/main">
            <a:r>
              <a:t>  "title": "접속과 조회 범위 확인",</a:t>
            </a:r>
          </a:p>
          <a:p xmlns:a="http://schemas.openxmlformats.org/drawingml/2006/main">
            <a:r>
              <a:t>  "goal": "선택한 역할과 자산, 실제 소스 구성을 확인합니다.",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"채팅 주소를 열고 Client key에 실행 터미널의 키를 입력합니다.",</a:t>
            </a:r>
          </a:p>
          <a:p xmlns:a="http://schemas.openxmlformats.org/drawingml/2006/main">
            <a:r>
              <a:t>    "비서 역할을 통합 비서, 논리 자산 ID를 machine-03으로 둡니다.",</a:t>
            </a:r>
          </a:p>
          <a:p xmlns:a="http://schemas.openxmlformats.org/drawingml/2006/main">
            <a:r>
              <a:t>    "소스 설정에서 current: PLC_Simulation, twin: TwinForge를 확인합니다.",</a:t>
            </a:r>
          </a:p>
          <a:p xmlns:a="http://schemas.openxmlformats.org/drawingml/2006/main">
            <a:r>
              <a:t>    "Host 확인을 누르고 HTTP 응답을 확인합니다."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"Host 응답 시각과 HTTP 코드가 표시됩니다. 소스 설정은 개별 조회 성공과 별개입니다.",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"401이면 현재 실행의 Client key를 다시 확인합니다.",</a:t>
            </a:r>
          </a:p>
          <a:p xmlns:a="http://schemas.openxmlformats.org/drawingml/2006/main">
            <a:r>
              <a:t>    "Host 응답이 없으면 로컬 서비스를 실행한 뒤 페이지를 다시 엽니다."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"assets/screenshots/assistant-connect.jpg",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"2026-10-23T17:14:15.190Z",</a:t>
            </a:r>
          </a:p>
          <a:p xmlns:a="http://schemas.openxmlformats.org/drawingml/2006/main">
            <a:r>
              <a:t>    "url": "http://127.0.0.1:5187/chat-test/",</a:t>
            </a:r>
          </a:p>
          <a:p xmlns:a="http://schemas.openxmlformats.org/drawingml/2006/main">
            <a:r>
              <a:t>    "observed": "Client key 마스킹 상태. Host 확인과 PLC_Simulation/TwinForge 실제 소스 설정, 나머지 Mock 확인.",</a:t>
            </a:r>
          </a:p>
          <a:p xmlns:a="http://schemas.openxmlformats.org/drawingml/2006/main">
            <a:r>
              <a:t>    "sha256": "a3b9155c70e5e06e84363203ba3d594e9afa1d0c859037a125f8d78e514c1437"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industrial-ai-assistant/src/server/IndustrialAIAssistant.Host/ChatTest/index.html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industrial-ai-assistant/src/server/IndustrialAIAssistant.Host/ChatTest/chat.js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industrial-ai-assistant/scripts/chat-test-host.py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data/06-assistant.json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http://127.0.0.1:5187/chat-test/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"assistant-question",</a:t>
            </a:r>
          </a:p>
          <a:p xmlns:a="http://schemas.openxmlformats.org/drawingml/2006/main">
            <a:r>
              <a:t>  "title": "예시 질문과 입력",</a:t>
            </a:r>
          </a:p>
          <a:p xmlns:a="http://schemas.openxmlformats.org/drawingml/2006/main">
            <a:r>
              <a:t>  "goal": "질문을 선택하고 전송 전에 내용을 확인합니다.",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"현재 선택한 설비 상태 어때? 예시 버튼을 누릅니다.",</a:t>
            </a:r>
          </a:p>
          <a:p xmlns:a="http://schemas.openxmlformats.org/drawingml/2006/main">
            <a:r>
              <a:t>    "입력창의 질문과 글자 수를 확인합니다.",</a:t>
            </a:r>
          </a:p>
          <a:p xmlns:a="http://schemas.openxmlformats.org/drawingml/2006/main">
            <a:r>
              <a:t>    "줄바꿈은 Shift+Enter, 전송은 Enter 또는 보내기를 사용합니다."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"예시 질문이 입력되고 글자 수가 함께 갱신됩니다. 최대 입력은 2,000자입니다.",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"한글 조합 중 Enter는 조합을 먼저 마칩니다.",</a:t>
            </a:r>
          </a:p>
          <a:p xmlns:a="http://schemas.openxmlformats.org/drawingml/2006/main">
            <a:r>
              <a:t>    "설비 제어 요청을 이 실습의 조회 기능으로 실행하지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"assets/screenshots/assistant-question.jpg",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"2026-10-23T17:14:15.556Z",</a:t>
            </a:r>
          </a:p>
          <a:p xmlns:a="http://schemas.openxmlformats.org/drawingml/2006/main">
            <a:r>
              <a:t>    "url": "http://127.0.0.1:5187/chat-test/",</a:t>
            </a:r>
          </a:p>
          <a:p xmlns:a="http://schemas.openxmlformats.org/drawingml/2006/main">
            <a:r>
              <a:t>    "observed": "예시 질문으로 현재 선택한 설비 상태 질문을 입력; 2000자 제한 안내.",</a:t>
            </a:r>
          </a:p>
          <a:p xmlns:a="http://schemas.openxmlformats.org/drawingml/2006/main">
            <a:r>
              <a:t>    "sha256": "334c072c70b5237444e34734a41024adbc773ac0e6f74e991fdfc4648154238d"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industrial-ai-assistant/src/server/IndustrialAIAssistant.Host/ChatTest/index.html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industrial-ai-assistant/src/server/IndustrialAIAssistant.Host/ChatTest/chat.js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industrial-ai-assistant/scripts/chat-test-host.py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data/06-assistant.json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http://127.0.0.1:5187/chat-test/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"assistant-answer",</a:t>
            </a:r>
          </a:p>
          <a:p xmlns:a="http://schemas.openxmlformats.org/drawingml/2006/main">
            <a:r>
              <a:t>  "title": "PLC 상태 조회",</a:t>
            </a:r>
          </a:p>
          <a:p xmlns:a="http://schemas.openxmlformats.org/drawingml/2006/main">
            <a:r>
              <a:t>  "goal": "선택한 설비의 현재 상태를 실제 PLC HTTP 소스에서 읽습니다.",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"PLC Simulation이 실행 중인지 확인합니다.",</a:t>
            </a:r>
          </a:p>
          <a:p xmlns:a="http://schemas.openxmlformats.org/drawingml/2006/main">
            <a:r>
              <a:t>    "현재 상태 질문을 보내기를 눌러 전송합니다.",</a:t>
            </a:r>
          </a:p>
          <a:p xmlns:a="http://schemas.openxmlformats.org/drawingml/2006/main">
            <a:r>
              <a:t>    "답변 대기 중에는 역할, 자산, 키 변경을 기다립니다.",</a:t>
            </a:r>
          </a:p>
          <a:p xmlns:a="http://schemas.openxmlformats.org/drawingml/2006/main">
            <a:r>
              <a:t>    "응답 완료와 답변 내용을 확인합니다."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"상태 답변 또는 구체적인 조회 오류가 표시됩니다. 이 판의 답변 생성 방식은 Fake입니다.",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"SOURCE_UNAVAILABLE이면 PLC 서비스와 주소를 확인합니다.",</a:t>
            </a:r>
          </a:p>
          <a:p xmlns:a="http://schemas.openxmlformats.org/drawingml/2006/main">
            <a:r>
              <a:t>    "ASSET_NOT_MAPPED이면 선택 자산과 선언된 소스 매핑을 확인합니다."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"assets/screenshots/assistant-answer.jpg",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"2026-10-23T17:14:28.195Z",</a:t>
            </a:r>
          </a:p>
          <a:p xmlns:a="http://schemas.openxmlformats.org/drawingml/2006/main">
            <a:r>
              <a:t>    "url": "http://127.0.0.1:5187/chat-test/",</a:t>
            </a:r>
          </a:p>
          <a:p xmlns:a="http://schemas.openxmlformats.org/drawingml/2006/main">
            <a:r>
              <a:t>    "observed": "질문 응답 성공. 실제 PLC 스냅샷과 별도 생성 방식 구분.",</a:t>
            </a:r>
          </a:p>
          <a:p xmlns:a="http://schemas.openxmlformats.org/drawingml/2006/main">
            <a:r>
              <a:t>    "sha256": "7783cac47e0d0cb74fab79189f95a4792796a0dc1c61c06ddcbfe7531bf5bd55"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industrial-ai-assistant/src/server/IndustrialAIAssistant.Host/ChatTest/index.html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industrial-ai-assistant/src/server/IndustrialAIAssistant.Host/ChatTest/chat.js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industrial-ai-assistant/scripts/chat-test-host.py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data/06-assistant.json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http://127.0.0.1:5187/chat-test/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"assistant-evidence",</a:t>
            </a:r>
          </a:p>
          <a:p xmlns:a="http://schemas.openxmlformats.org/drawingml/2006/main">
            <a:r>
              <a:t>  "title": "출처와 품질 확인",</a:t>
            </a:r>
          </a:p>
          <a:p xmlns:a="http://schemas.openxmlformats.org/drawingml/2006/main">
            <a:r>
              <a:t>  "goal": "답변의 근거와 생성 방식을 확인합니다.",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"답변 아래 출처 · 품질 · 생성 방식 확인을 펼칩니다.",</a:t>
            </a:r>
          </a:p>
          <a:p xmlns:a="http://schemas.openxmlformats.org/drawingml/2006/main">
            <a:r>
              <a:t>    "생성 방식, 인용 여부, 소스 소유자와 원본 시각을 읽습니다.",</a:t>
            </a:r>
          </a:p>
          <a:p xmlns:a="http://schemas.openxmlformats.org/drawingml/2006/main">
            <a:r>
              <a:t>    "Good 품질과 최신 시각을 함께 확인합니다. Unknown이나 오류는 확인되지 않은 상태로 해석합니다."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"PLC_Simulation 출처, 원본 시각, 품질과 Fake 생성 표시를 확인할 수 있습니다.",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"오래된 Good 값은 현재 값으로 단정하지 않습니다.",</a:t>
            </a:r>
          </a:p>
          <a:p xmlns:a="http://schemas.openxmlformats.org/drawingml/2006/main">
            <a:r>
              <a:t>    "근거 None 또는 Unavailable이면 답변을 현재 설비 사실로 사용하지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"assets/screenshots/assistant-evidence.jpg",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"2026-10-23T17:14:42.113Z",</a:t>
            </a:r>
          </a:p>
          <a:p xmlns:a="http://schemas.openxmlformats.org/drawingml/2006/main">
            <a:r>
              <a:t>    "url": "http://127.0.0.1:5187/chat-test/",</a:t>
            </a:r>
          </a:p>
          <a:p xmlns:a="http://schemas.openxmlformats.org/drawingml/2006/main">
            <a:r>
              <a:t>    "observed": "근거 펼침: PLC_Simulation, Good, 원본 시각과 생성 방식Fake 확인.",</a:t>
            </a:r>
          </a:p>
          <a:p xmlns:a="http://schemas.openxmlformats.org/drawingml/2006/main">
            <a:r>
              <a:t>    "sha256": "9bda923d65d7cd6efccea9066766c451daf580b7a336f3fe954d1347e621efd3"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industrial-ai-assistant/src/server/IndustrialAIAssistant.Host/ChatTest/index.html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industrial-ai-assistant/src/server/IndustrialAIAssistant.Host/ChatTest/chat.js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industrial-ai-assistant/scripts/chat-test-host.py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data/06-assistant.json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http://127.0.0.1:5187/chat-test/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"assistant-copy",</a:t>
            </a:r>
          </a:p>
          <a:p xmlns:a="http://schemas.openxmlformats.org/drawingml/2006/main">
            <a:r>
              <a:t>  "title": "답변과 근거 복사",</a:t>
            </a:r>
          </a:p>
          <a:p xmlns:a="http://schemas.openxmlformats.org/drawingml/2006/main">
            <a:r>
              <a:t>  "goal": "근거를 포함한 답변을 복사합니다.",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"확인한 답변의 답변 복사 버튼을 누릅니다.",</a:t>
            </a:r>
          </a:p>
          <a:p xmlns:a="http://schemas.openxmlformats.org/drawingml/2006/main">
            <a:r>
              <a:t>    "버튼이 복사됨으로 바뀌는지 확인합니다.",</a:t>
            </a:r>
          </a:p>
          <a:p xmlns:a="http://schemas.openxmlformats.org/drawingml/2006/main">
            <a:r>
              <a:t>    "필요한 문서에 붙여 넣고 소스와 관측 시각을 함께 보존합니다."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"답변 본문과 근거 메타데이터가 함께 복사됩니다. Client key는 포함하지 않습니다.",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"복사 실패가 표시되면 브라우저의 클립보드 접근 상태를 확인합니다."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"assets/screenshots/assistant-copy.jpg",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"2026-10-23T17:14:42.493Z",</a:t>
            </a:r>
          </a:p>
          <a:p xmlns:a="http://schemas.openxmlformats.org/drawingml/2006/main">
            <a:r>
              <a:t>    "url": "http://127.0.0.1:5187/chat-test/",</a:t>
            </a:r>
          </a:p>
          <a:p xmlns:a="http://schemas.openxmlformats.org/drawingml/2006/main">
            <a:r>
              <a:t>    "observed": "복사 완료 표시, 클립보드 PLC_Simulation 근거 포함 확인.",</a:t>
            </a:r>
          </a:p>
          <a:p xmlns:a="http://schemas.openxmlformats.org/drawingml/2006/main">
            <a:r>
              <a:t>    "sha256": "56d90b81e7dba75b60b744defcbb2344808c25c5c33e0d5e3e92abfb87dd2b90"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industrial-ai-assistant/src/server/IndustrialAIAssistant.Host/ChatTest/index.html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industrial-ai-assistant/src/server/IndustrialAIAssistant.Host/ChatTest/chat.js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industrial-ai-assistant/scripts/chat-test-host.py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data/06-assistant.json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http://127.0.0.1:5187/chat-test/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"assistant-export",</a:t>
            </a:r>
          </a:p>
          <a:p xmlns:a="http://schemas.openxmlformats.org/drawingml/2006/main">
            <a:r>
              <a:t>  "title": "대화 기록 내보내기",</a:t>
            </a:r>
          </a:p>
          <a:p xmlns:a="http://schemas.openxmlformats.org/drawingml/2006/main">
            <a:r>
              <a:t>  "goal": "현재 대화를 Markdown 파일로 저장합니다.",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"질문과 답변이 있는 대화에서 대화 내보내기를 누릅니다.",</a:t>
            </a:r>
          </a:p>
          <a:p xmlns:a="http://schemas.openxmlformats.org/drawingml/2006/main">
            <a:r>
              <a:t>    "다운로드된 industrial-assistant-날짜.md 파일을 엽니다.",</a:t>
            </a:r>
          </a:p>
          <a:p xmlns:a="http://schemas.openxmlformats.org/drawingml/2006/main">
            <a:r>
              <a:t>    "질문, 답변, UTC 시각과 근거를 확인합니다."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"최대 100개 메시지의 Markdown 기록을 저장합니다. 키와 내부 세션 인증 정보는 제외합니다.",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"빈 대화에서는 내보내기 버튼이 비활성입니다.",</a:t>
            </a:r>
          </a:p>
          <a:p xmlns:a="http://schemas.openxmlformats.org/drawingml/2006/main">
            <a:r>
              <a:t>    "다운로드가 차단되면 이 로컬 페이지의 다운로드 알림을 확인합니다."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"assets/screenshots/assistant-export.jpg",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"2026-10-23T17:14:53.455Z",</a:t>
            </a:r>
          </a:p>
          <a:p xmlns:a="http://schemas.openxmlformats.org/drawingml/2006/main">
            <a:r>
              <a:t>    "url": "http://127.0.0.1:5187/chat-test/",</a:t>
            </a:r>
          </a:p>
          <a:p xmlns:a="http://schemas.openxmlformats.org/drawingml/2006/main">
            <a:r>
              <a:t>    "observed": "Markdown 다운로드 파일 확인, PLC 출처 포함 및 client key 미포함 검증.",</a:t>
            </a:r>
          </a:p>
          <a:p xmlns:a="http://schemas.openxmlformats.org/drawingml/2006/main">
            <a:r>
              <a:t>    "sha256": "4a8ea6dcd6b292a7fa11ab8cfd390b728f595428946f7a3b03f06d58973f1c5a"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industrial-ai-assistant/src/server/IndustrialAIAssistant.Host/ChatTest/index.html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industrial-ai-assistant/src/server/IndustrialAIAssistant.Host/ChatTest/chat.js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industrial-ai-assistant/scripts/chat-test-host.py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data/06-assistant.json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http://127.0.0.1:5187/chat-test/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"assistant-reset",</a:t>
            </a:r>
          </a:p>
          <a:p xmlns:a="http://schemas.openxmlformats.org/drawingml/2006/main">
            <a:r>
              <a:t>  "title": "새 대화 시작",</a:t>
            </a:r>
          </a:p>
          <a:p xmlns:a="http://schemas.openxmlformats.org/drawingml/2006/main">
            <a:r>
              <a:t>  "goal": "이전 대화 맥락을 끊고 새 조회를 시작합니다.",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"보관할 대화가 있으면 먼저 내보냅니다.",</a:t>
            </a:r>
          </a:p>
          <a:p xmlns:a="http://schemas.openxmlformats.org/drawingml/2006/main">
            <a:r>
              <a:t>    "새 대화 +를 누릅니다.",</a:t>
            </a:r>
          </a:p>
          <a:p xmlns:a="http://schemas.openxmlformats.org/drawingml/2006/main">
            <a:r>
              <a:t>    "대화 목록이 비고 내보내기 버튼이 비활성인지 확인합니다."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"새 대화를 시작했습니다가 표시됩니다. 역할이나 자산을 바꿀 때도 새 대화를 시작합니다.",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"서버 대화는 세션, 역할, 자산별로 구분하며 메모리에서 15분 유지합니다.",</a:t>
            </a:r>
          </a:p>
          <a:p xmlns:a="http://schemas.openxmlformats.org/drawingml/2006/main">
            <a:r>
              <a:t>    "이 기능은 영구 대화 기록 삭제나 감사 원장 삭제 기능이 아닙니다."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"assets/screenshots/assistant-reset.jpg",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"2026-10-23T17:14:53.821Z",</a:t>
            </a:r>
          </a:p>
          <a:p xmlns:a="http://schemas.openxmlformats.org/drawingml/2006/main">
            <a:r>
              <a:t>    "url": "http://127.0.0.1:5187/chat-test/",</a:t>
            </a:r>
          </a:p>
          <a:p xmlns:a="http://schemas.openxmlformats.org/drawingml/2006/main">
            <a:r>
              <a:t>    "observed": "새 대화 실행 후 대화 목록 비움, 내보내기 비활성 확인.",</a:t>
            </a:r>
          </a:p>
          <a:p xmlns:a="http://schemas.openxmlformats.org/drawingml/2006/main">
            <a:r>
              <a:t>    "sha256": "fdaa4f257a1043a56d29d30687067409a46171f2eb2b8c750d309c8008e6ee47"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industrial-ai-assistant/src/server/IndustrialAIAssistant.Host/ChatTest/index.html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industrial-ai-assistant/src/server/IndustrialAIAssistant.Host/ChatTest/chat.js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industrial-ai-assistant/scripts/chat-test-host.py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data/07-assethub.json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http://127.0.0.1:5189/workbench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"scope": "local-workbench / fixture-lab의 모의 초안과 로컬 의미 연결. 운영 승인, AAS 게시, 실제 설비 제어는 제공하지 않습니다.",</a:t>
            </a:r>
          </a:p>
          <a:p xmlns:a="http://schemas.openxmlformats.org/drawingml/2006/main">
            <a:r>
              <a:t>  "prerequisites": [</a:t>
            </a:r>
          </a:p>
          <a:p xmlns:a="http://schemas.openxmlformats.org/drawingml/2006/main">
            <a:r>
              <a:t>    "Workbench를 활성화한 로컬 Host가 실행 중이어야 합니다.",</a:t>
            </a:r>
          </a:p>
          <a:p xmlns:a="http://schemas.openxmlformats.org/drawingml/2006/main">
            <a:r>
              <a:t>    "실습 예제는 원본 설비와 분리된 모의 초안으로 등록합니다."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Industrial.AssetHub/src/AssetHub.Host/Pages/Workbench/Index.cshtml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Industrial.AssetHub/src/AssetHub.Host/Pages/Workbench/_Ontology.cshtml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Industrial.AssetHub/src/AssetHub.Host/Workbench/SuiteMonitor.cs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data/07-assethub.json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http://127.0.0.1:5189/workbench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"assethub-overview",</a:t>
            </a:r>
          </a:p>
          <a:p xmlns:a="http://schemas.openxmlformats.org/drawingml/2006/main">
            <a:r>
              <a:t>  "title": "온톨로지 스튜디오 확인",</a:t>
            </a:r>
          </a:p>
          <a:p xmlns:a="http://schemas.openxmlformats.org/drawingml/2006/main">
            <a:r>
              <a:t>  "goal": "초안, 의미 연결, 개념 사전의 위치를 파악합니다.",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"온톨로지 스튜디오를 엽니다.",</a:t>
            </a:r>
          </a:p>
          <a:p xmlns:a="http://schemas.openxmlformats.org/drawingml/2006/main">
            <a:r>
              <a:t>    "연결할 자산 목록과 의미 연결 작업공간을 확인합니다.",</a:t>
            </a:r>
          </a:p>
          <a:p xmlns:a="http://schemas.openxmlformats.org/drawingml/2006/main">
            <a:r>
              <a:t>    "공통 개념 사전과 로컬 검토 환경 안내를 확인합니다."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"초안 수와 연결 진행률이 표시됩니다. 기존 예제가 있으면 첫 자산을 선택합니다.",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"404이면 Workbench 활성화 프로필과 로컬 주소를 확인합니다."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"assets/screenshots/assethub-overview.jpg",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"2026-10-23T17:15:02.511Z",</a:t>
            </a:r>
          </a:p>
          <a:p xmlns:a="http://schemas.openxmlformats.org/drawingml/2006/main">
            <a:r>
              <a:t>    "url": "http://127.0.0.1:5189/workbench",</a:t>
            </a:r>
          </a:p>
          <a:p xmlns:a="http://schemas.openxmlformats.org/drawingml/2006/main">
            <a:r>
              <a:t>    "observed": "로컬 모의 자산 환경 및 운영 인증·게시·제어 미연결 배너 확인.",</a:t>
            </a:r>
          </a:p>
          <a:p xmlns:a="http://schemas.openxmlformats.org/drawingml/2006/main">
            <a:r>
              <a:t>    "sha256": "bb87ab2d2fe1eb14de0e687ac72b08dbf3cdbb4cd7b8407448602288ddc9cd90"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Industrial.AssetHub/src/AssetHub.Host/Pages/Workbench/Index.cshtml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Industrial.AssetHub/src/AssetHub.Host/Pages/Workbench/_Ontology.cshtml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Industrial.AssetHub/src/AssetHub.Host/Workbench/SuiteMonitor.cs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data/07-assethub.json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http://127.0.0.1:5189/workbench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"assethub-create",</a:t>
            </a:r>
          </a:p>
          <a:p xmlns:a="http://schemas.openxmlformats.org/drawingml/2006/main">
            <a:r>
              <a:t>  "title": "모의 자산 초안 입력",</a:t>
            </a:r>
          </a:p>
          <a:p xmlns:a="http://schemas.openxmlformats.org/drawingml/2006/main">
            <a:r>
              <a:t>  "goal": "새 자산의 소스 정보를 선언합니다.",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"새 자산 초안을 누릅니다.",</a:t>
            </a:r>
          </a:p>
          <a:p xmlns:a="http://schemas.openxmlformats.org/drawingml/2006/main">
            <a:r>
              <a:t>    "자산명은 매뉴얼 예제 온도, 소스 소유자는 Gateway로 입력합니다.",</a:t>
            </a:r>
          </a:p>
          <a:p xmlns:a="http://schemas.openxmlformats.org/drawingml/2006/main">
            <a:r>
              <a:t>    "원본 모드 Simulation, 소스 인스턴스 manual-local, 원본 소스 키 DataAccess.Manual.Temp_PV를 입력합니다.",</a:t>
            </a:r>
          </a:p>
          <a:p xmlns:a="http://schemas.openxmlformats.org/drawingml/2006/main">
            <a:r>
              <a:t>    "유효 시작 UTC와 모의 예제라는 메모를 확인합니다."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"입력 창에 자산명, 소유자, 소스 범위가 표시됩니다. 입력만으로 원본 연결이 생성되지 않습니다.",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"등록을 취소하려면 취소나 닫기를 누릅니다.",</a:t>
            </a:r>
          </a:p>
          <a:p xmlns:a="http://schemas.openxmlformats.org/drawingml/2006/main">
            <a:r>
              <a:t>    "시간은 UTC로 입력하고 종료는 시작보다 뒤로 지정합니다."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"assets/screenshots/assethub-create.jpg",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"2026-10-23T17:15:12.004Z",</a:t>
            </a:r>
          </a:p>
          <a:p xmlns:a="http://schemas.openxmlformats.org/drawingml/2006/main">
            <a:r>
              <a:t>    "url": "http://127.0.0.1:5189/workbench",</a:t>
            </a:r>
          </a:p>
          <a:p xmlns:a="http://schemas.openxmlformats.org/drawingml/2006/main">
            <a:r>
              <a:t>    "observed": "교육용 로컬 자산 필수 필드를 입력한 생성 화면.",</a:t>
            </a:r>
          </a:p>
          <a:p xmlns:a="http://schemas.openxmlformats.org/drawingml/2006/main">
            <a:r>
              <a:t>    "sha256": "c84966501d2379e1f2f01b39942e1a5d7c1a5f6d4292e76426af39510278d8d1"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Industrial.AssetHub/src/AssetHub.Host/Pages/Workbench/Index.cshtml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Industrial.AssetHub/src/AssetHub.Host/Pages/Workbench/_Ontology.cshtml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Industrial.AssetHub/src/AssetHub.Host/Workbench/SuiteMonitor.cs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data/07-assethub.json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http://127.0.0.1:5189/workbench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"assethub-asset",</a:t>
            </a:r>
          </a:p>
          <a:p xmlns:a="http://schemas.openxmlformats.org/drawingml/2006/main">
            <a:r>
              <a:t>  "title": "초안 저장과 식별자 확인",</a:t>
            </a:r>
          </a:p>
          <a:p xmlns:a="http://schemas.openxmlformats.org/drawingml/2006/main">
            <a:r>
              <a:t>  "goal": "초안을 저장하고 발급된 ID를 확인합니다.",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"입력값을 확인한 뒤 초안 만들기를 누릅니다.",</a:t>
            </a:r>
          </a:p>
          <a:p xmlns:a="http://schemas.openxmlformats.org/drawingml/2006/main">
            <a:r>
              <a:t>    "자산 작업공간의 새 행과 선택한 자산 상세를 확인합니다.",</a:t>
            </a:r>
          </a:p>
          <a:p xmlns:a="http://schemas.openxmlformats.org/drawingml/2006/main">
            <a:r>
              <a:t>    "Global Asset ID와 편집 버전을 확인합니다."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"초안과 식별자를 로컬 파일에 저장합니다. 승인 및 게시 revision은 미제공으로 남습니다.",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"오래된 편집의 412 응답은 최신 초안을 다시 읽고 변경 내용을 비교합니다.",</a:t>
            </a:r>
          </a:p>
          <a:p xmlns:a="http://schemas.openxmlformats.org/drawingml/2006/main">
            <a:r>
              <a:t>    "같은 저장 경로를 여러 Host가 동시에 열지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"assets/screenshots/assethub-asset.jpg",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"2026-10-23T17:15:12.288Z",</a:t>
            </a:r>
          </a:p>
          <a:p xmlns:a="http://schemas.openxmlformats.org/drawingml/2006/main">
            <a:r>
              <a:t>    "url": "http://127.0.0.1:5189/workbench?SelectedId=10919d37-66a3-4d58-8395-f568f13c7aa5&amp;View=assets&amp;Filter=all&amp;notice=saved",</a:t>
            </a:r>
          </a:p>
          <a:p xmlns:a="http://schemas.openxmlformats.org/drawingml/2006/main">
            <a:r>
              <a:t>    "observed": "매뉴얼 예제 온도 초안 생성 성공, 원본 소스와 저장된 자산 확인.",</a:t>
            </a:r>
          </a:p>
          <a:p xmlns:a="http://schemas.openxmlformats.org/drawingml/2006/main">
            <a:r>
              <a:t>    "sha256": "8b99938b7508b00f876431b988645129a7858c02700f9a50541f4f118b42f918"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Industrial.AssetHub/src/AssetHub.Host/Pages/Workbench/Index.cshtml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Industrial.AssetHub/src/AssetHub.Host/Pages/Workbench/_Ontology.cshtml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Industrial.AssetHub/src/AssetHub.Host/Workbench/SuiteMonitor.cs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data/07-assethub.json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http://127.0.0.1:5189/workbench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"assethub-matching",</a:t>
            </a:r>
          </a:p>
          <a:p xmlns:a="http://schemas.openxmlformats.org/drawingml/2006/main">
            <a:r>
              <a:t>  "title": "개념 후보 선택",</a:t>
            </a:r>
          </a:p>
          <a:p xmlns:a="http://schemas.openxmlformats.org/drawingml/2006/main">
            <a:r>
              <a:t>  "goal": "이름과 소스 키의 문자열 근거를 검토합니다.",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"온톨로지 스튜디오에서 매뉴얼 예제 온도를 선택합니다.",</a:t>
            </a:r>
          </a:p>
          <a:p xmlns:a="http://schemas.openxmlformats.org/drawingml/2006/main">
            <a:r>
              <a:t>    "자동 매칭 후보의 온도와 일치 근거를 읽습니다.",</a:t>
            </a:r>
          </a:p>
          <a:p xmlns:a="http://schemas.openxmlformats.org/drawingml/2006/main">
            <a:r>
              <a:t>    "선택을 눌러 개념을 채우고 원 단위와 계측 위치를 직접 입력합니다."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"선택한 개념이 의미 연결 폼에 반영됩니다. 점수는 문자열 순위이며 승인 확률이 아닙니다.",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"후보가 없으면 개념 사전에서 직접 고릅니다.",</a:t>
            </a:r>
          </a:p>
          <a:p xmlns:a="http://schemas.openxmlformats.org/drawingml/2006/main">
            <a:r>
              <a:t>    "이름 일치만으로 서로 다른 계측 지점을 같은 자산으로 병합하지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"assets/screenshots/assethub-matching.jpg",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"2026-10-23T17:15:29.887Z",</a:t>
            </a:r>
          </a:p>
          <a:p xmlns:a="http://schemas.openxmlformats.org/drawingml/2006/main">
            <a:r>
              <a:t>    "url": "http://127.0.0.1:5189/workbench?View=ontology",</a:t>
            </a:r>
          </a:p>
          <a:p xmlns:a="http://schemas.openxmlformats.org/drawingml/2006/main">
            <a:r>
              <a:t>    "observed": "온도 후보의 문자열 근거 확인 후 선택, 원 단위°C 및 교육용 위치 입력.",</a:t>
            </a:r>
          </a:p>
          <a:p xmlns:a="http://schemas.openxmlformats.org/drawingml/2006/main">
            <a:r>
              <a:t>    "sha256": "044bd05dd31353fceb69a0e4b7478ae659fc1c767ed592818a853245f63de899"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Industrial.AssetHub/src/AssetHub.Host/Pages/Workbench/Index.cshtml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Industrial.AssetHub/src/AssetHub.Host/Pages/Workbench/_Ontology.cshtml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Industrial.AssetHub/src/AssetHub.Host/Workbench/SuiteMonitor.cs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data/07-assethub.json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http://127.0.0.1:5189/workbench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"assethub-semantic",</a:t>
            </a:r>
          </a:p>
          <a:p xmlns:a="http://schemas.openxmlformats.org/drawingml/2006/main">
            <a:r>
              <a:t>  "title": "의미 연결 저장",</a:t>
            </a:r>
          </a:p>
          <a:p xmlns:a="http://schemas.openxmlformats.org/drawingml/2006/main">
            <a:r>
              <a:t>  "goal": "계측 지점의 개념, 단위와 위치를 저장합니다.",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"클래스는 계측 지점, 의미 개념은 온도로 둡니다.",</a:t>
            </a:r>
          </a:p>
          <a:p xmlns:a="http://schemas.openxmlformats.org/drawingml/2006/main">
            <a:r>
              <a:t>    "원 단위 °C, 계측 위치는 실습 모의 계측 지점으로 입력합니다.",</a:t>
            </a:r>
          </a:p>
          <a:p xmlns:a="http://schemas.openxmlformats.org/drawingml/2006/main">
            <a:r>
              <a:t>    "의미 연결 저장을 누르고 저장된 observes 관계를 확인합니다."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"의미 연결과 편집 버전을 저장하며 기존 로컬 검토를 무효화합니다.",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"라인과 설비에는 계측 필드를 비웁니다.",</a:t>
            </a:r>
          </a:p>
          <a:p xmlns:a="http://schemas.openxmlformats.org/drawingml/2006/main">
            <a:r>
              <a:t>    "지원하지 않는 단위나 순환 partOf 관계는 서버가 거부합니다."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"assets/screenshots/assethub-semantic.jpg",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"2026-10-23T17:15:43.839Z",</a:t>
            </a:r>
          </a:p>
          <a:p xmlns:a="http://schemas.openxmlformats.org/drawingml/2006/main">
            <a:r>
              <a:t>    "url": "http://127.0.0.1:5189/workbench?View=ontology&amp;SelectedId=10919d37-66a3-4d58-8395-f568f13c7aa5&amp;Ask=%EB%A7%A4%EB%89%B4%EC%96%BC+%EC%98%A8%EB%8F%84",</a:t>
            </a:r>
          </a:p>
          <a:p xmlns:a="http://schemas.openxmlformats.org/drawingml/2006/main">
            <a:r>
              <a:t>    "observed": "저장된 관계에서 매뉴얼 예제 온도→온도°C, 위치와 소스 연결 확인.",</a:t>
            </a:r>
          </a:p>
          <a:p xmlns:a="http://schemas.openxmlformats.org/drawingml/2006/main">
            <a:r>
              <a:t>    "sha256": "7c8f4fa8599b9ee632064c7a8ab18c0c1334d8facc910095cb2ccae292d9a4fc"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Industrial.AssetHub/src/AssetHub.Host/Pages/Workbench/Index.cshtml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Industrial.AssetHub/src/AssetHub.Host/Pages/Workbench/_Ontology.cshtml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Industrial.AssetHub/src/AssetHub.Host/Workbench/SuiteMonitor.cs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data/07-assethub.json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http://127.0.0.1:5189/workbench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"assethub-assist",</a:t>
            </a:r>
          </a:p>
          <a:p xmlns:a="http://schemas.openxmlformats.org/drawingml/2006/main">
            <a:r>
              <a:t>  "title": "의미 연결 근거 조회",</a:t>
            </a:r>
          </a:p>
          <a:p xmlns:a="http://schemas.openxmlformats.org/drawingml/2006/main">
            <a:r>
              <a:t>  "goal": "키워드로 자산과 원본 소스 선언을 찾습니다.",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"온톨로지 어시스트에 매뉴얼 온도를 입력합니다.",</a:t>
            </a:r>
          </a:p>
          <a:p xmlns:a="http://schemas.openxmlformats.org/drawingml/2006/main">
            <a:r>
              <a:t>    "근거 조회를 누릅니다.",</a:t>
            </a:r>
          </a:p>
          <a:p xmlns:a="http://schemas.openxmlformats.org/drawingml/2006/main">
            <a:r>
              <a:t>    "자산, 개념, 위치, 소스 tuple과 편집 버전을 함께 확인합니다."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"로컬 초안 snapshot의 근거를 표시합니다. 실제 값, 품질과 원본 시각은 미제공입니다.",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"검색 결과가 없으면 키워드를 줄이고 먼저 의미 연결을 저장합니다.",</a:t>
            </a:r>
          </a:p>
          <a:p xmlns:a="http://schemas.openxmlformats.org/drawingml/2006/main">
            <a:r>
              <a:t>    "이 어시스트는 규칙 기반 검색이며 외부 AI를 호출하지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"assets/screenshots/assethub-assist.jpg",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"2026-10-23T17:16:26.424Z",</a:t>
            </a:r>
          </a:p>
          <a:p xmlns:a="http://schemas.openxmlformats.org/drawingml/2006/main">
            <a:r>
              <a:t>    "url": "http://127.0.0.1:5189/workbench?View=ontology&amp;SelectedId=10919d37-66a3-4d58-8395-f568f13c7aa5&amp;Ask=%EB%A7%A4%EB%89%B4%EC%96%BC+%EC%98%A8%EB%8F%84",</a:t>
            </a:r>
          </a:p>
          <a:p xmlns:a="http://schemas.openxmlformats.org/drawingml/2006/main">
            <a:r>
              <a:t>    "observed": "매뉴얼 온도 검색1건: source owner/key/instance/version/validity 확인, 실제 값·품질·원본 시각 미제공 표시.",</a:t>
            </a:r>
          </a:p>
          <a:p xmlns:a="http://schemas.openxmlformats.org/drawingml/2006/main">
            <a:r>
              <a:t>    "sha256": "becaf0d81b00b2c00b9d5ced7ff68f56e40247b3e05db064a702dab6a59e66cb"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Industrial.AssetHub/src/AssetHub.Host/Pages/Workbench/Index.cshtml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Industrial.AssetHub/src/AssetHub.Host/Pages/Workbench/_Ontology.cshtml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Industrial.AssetHub/src/AssetHub.Host/Workbench/SuiteMonitor.cs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data/07-assethub.json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http://127.0.0.1:5189/workbench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"assethub-monitor",</a:t>
            </a:r>
          </a:p>
          <a:p xmlns:a="http://schemas.openxmlformats.org/drawingml/2006/main">
            <a:r>
              <a:t>  "title": "Host 상태와 준비 상태 확인",</a:t>
            </a:r>
          </a:p>
          <a:p xmlns:a="http://schemas.openxmlformats.org/drawingml/2006/main">
            <a:r>
              <a:t>  "goal": "실행 중인 Host와 운영 준비 상태를 구분합니다.",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"시스템 모니터링을 엽니다.",</a:t>
            </a:r>
          </a:p>
          <a:p xmlns:a="http://schemas.openxmlformats.org/drawingml/2006/main">
            <a:r>
              <a:t>    "상태 새로고침을 누릅니다.",</a:t>
            </a:r>
          </a:p>
          <a:p xmlns:a="http://schemas.openxmlformats.org/drawingml/2006/main">
            <a:r>
              <a:t>    "메모리, 가동 시간과 관측 시각을 확인하고 준비 상태 체크리스트를 읽습니다."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"Host 실행과 서비스 미준비를 별도로 표시합니다. 현재 운영 원장, 인증과 표준 runtime은 준비 중입니다.",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"상태 요청 실패 시 최근 성공값을 현재 관측으로 해석하지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"assets/screenshots/assethub-monitor.jpg",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"2026-10-23T17:15:44.385Z",</a:t>
            </a:r>
          </a:p>
          <a:p xmlns:a="http://schemas.openxmlformats.org/drawingml/2006/main">
            <a:r>
              <a:t>    "url": "http://127.0.0.1:5189/workbench?View=monitor",</a:t>
            </a:r>
          </a:p>
          <a:p xmlns:a="http://schemas.openxmlformats.org/drawingml/2006/main">
            <a:r>
              <a:t>    "observed": "시스템 모니터링의 Gateway/OEE/AAS 상태와 미연결 정보 확인.",</a:t>
            </a:r>
          </a:p>
          <a:p xmlns:a="http://schemas.openxmlformats.org/drawingml/2006/main">
            <a:r>
              <a:t>    "sha256": "77df0ec312a0fccc7fd1cff3e5cd0440c836896341e8518fd0479e8528bf7189"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Industrial.AssetHub/src/AssetHub.Host/Pages/Workbench/Index.cshtml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Industrial.AssetHub/src/AssetHub.Host/Pages/Workbench/_Ontology.cshtml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Industrial.AssetHub/src/AssetHub.Host/Workbench/SuiteMonitor.cs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data/07-assethub.json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http://127.0.0.1:5189/workbench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"assethub-suite",</a:t>
            </a:r>
          </a:p>
          <a:p xmlns:a="http://schemas.openxmlformats.org/drawingml/2006/main">
            <a:r>
              <a:t>  "title": "일곱 솔루션 연결 상태 확인",</a:t>
            </a:r>
          </a:p>
          <a:p xmlns:a="http://schemas.openxmlformats.org/drawingml/2006/main">
            <a:r>
              <a:t>  "goal": "로컬 솔루션으로 이동하고 HTTP 응답을 확인합니다.",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"솔루션 연결을 엽니다.",</a:t>
            </a:r>
          </a:p>
          <a:p xmlns:a="http://schemas.openxmlformats.org/drawingml/2006/main">
            <a:r>
              <a:t>    "연결 상태 확인을 누릅니다.",</a:t>
            </a:r>
          </a:p>
          <a:p xmlns:a="http://schemas.openxmlformats.org/drawingml/2006/main">
            <a:r>
              <a:t>    "HTTP 응답 코드, 지연과 UTC 관측 시각을 읽고 작업공간 열기로 이동합니다."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"고정된 loopback 경로를 최대 2초씩 조회합니다. HTTP 응답만으로 데이터 전송이나 운영 승인을 입증하지 않습니다.",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"Gateway와 OEE API가 중지된 현재 환경에서는 응답 없음이 정상 진단입니다.",</a:t>
            </a:r>
          </a:p>
          <a:p xmlns:a="http://schemas.openxmlformats.org/drawingml/2006/main">
            <a:r>
              <a:t>    "각 UI가 열리는지와 해당 backend의 수집 상태를 별도로 확인합니다."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"assets/screenshots/assethub-suite.jpg",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"2026-10-23T17:16:03.983Z",</a:t>
            </a:r>
          </a:p>
          <a:p xmlns:a="http://schemas.openxmlformats.org/drawingml/2006/main">
            <a:r>
              <a:t>    "url": "http://127.0.0.1:5189/workbench/suite",</a:t>
            </a:r>
          </a:p>
          <a:p xmlns:a="http://schemas.openxmlformats.org/drawingml/2006/main">
            <a:r>
              <a:t>    "observed": "연결 상태 확인 완료:7개 중5개 HTTP응답, Gateway/OEE백엔드 응답없음.",</a:t>
            </a:r>
          </a:p>
          <a:p xmlns:a="http://schemas.openxmlformats.org/drawingml/2006/main">
            <a:r>
              <a:t>    "sha256": "e284de7207d3026cf6f87366c781f52884163bf70830c5a64cc4b9a608616dd6"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Industrial.AssetHub/src/AssetHub.Host/Pages/Workbench/Index.cshtml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Industrial.AssetHub/src/AssetHub.Host/Pages/Workbench/_Ontology.cshtml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Industrial.AssetHub/src/AssetHub.Host/Workbench/SuiteMonitor.cs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"symptom": "화면 주소가 열리지 않음",</a:t>
            </a:r>
          </a:p>
          <a:p xmlns:a="http://schemas.openxmlformats.org/drawingml/2006/main">
            <a:r>
              <a:t>    "check": "해당 로컬 서비스와 포트",</a:t>
            </a:r>
          </a:p>
          <a:p xmlns:a="http://schemas.openxmlformats.org/drawingml/2006/main">
            <a:r>
              <a:t>    "action": "실행 명령과 주소를 확인하고 다시 접속합니다."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"symptom": "Gateway 임시 저장",</a:t>
            </a:r>
          </a:p>
          <a:p xmlns:a="http://schemas.openxmlformats.org/drawingml/2006/main">
            <a:r>
              <a:t>    "check": "메모리 모드 배너",</a:t>
            </a:r>
          </a:p>
          <a:p xmlns:a="http://schemas.openxmlformats.org/drawingml/2006/main">
            <a:r>
              <a:t>    "action": "실습 구성만 사용하며 재시작 유실을 고려합니다."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"symptom": "OEE 로그인 API 오류",</a:t>
            </a:r>
          </a:p>
          <a:p xmlns:a="http://schemas.openxmlformats.org/drawingml/2006/main">
            <a:r>
              <a:t>    "check": "API와 데이터베이스 실행 상태",</a:t>
            </a:r>
          </a:p>
          <a:p xmlns:a="http://schemas.openxmlformats.org/drawingml/2006/main">
            <a:r>
              <a:t>    "action": "backend 준비 후 다시 시도합니다. 인증을 우회하지 않습니다."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"symptom": "데이터 N/A 또는 이벤트 0",</a:t>
            </a:r>
          </a:p>
          <a:p xmlns:a="http://schemas.openxmlformats.org/drawingml/2006/main">
            <a:r>
              <a:t>    "check": "Kafka/OEE 연결과 원본 시각",</a:t>
            </a:r>
          </a:p>
          <a:p xmlns:a="http://schemas.openxmlformats.org/drawingml/2006/main">
            <a:r>
              <a:t>    "action": "미수신 상태를 0%나 정상 생산으로 해석하지 않습니다."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"symptom": "Assistant 소스 확인 불가",</a:t>
            </a:r>
          </a:p>
          <a:p xmlns:a="http://schemas.openxmlformats.org/drawingml/2006/main">
            <a:r>
              <a:t>    "check": "선택 자산, 매핑과 PLC HTTP",</a:t>
            </a:r>
          </a:p>
          <a:p xmlns:a="http://schemas.openxmlformats.org/drawingml/2006/main">
            <a:r>
              <a:t>    "action": "원본 연결을 복구하고 재조회합니다."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"symptom": "AssetHub 412",</a:t>
            </a:r>
          </a:p>
          <a:p xmlns:a="http://schemas.openxmlformats.org/drawingml/2006/main">
            <a:r>
              <a:t>    "check": "편집 버전",</a:t>
            </a:r>
          </a:p>
          <a:p xmlns:a="http://schemas.openxmlformats.org/drawingml/2006/main">
            <a:r>
              <a:t>    "action": "최신 초안을 읽고 이전 입력과 비교합니다."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"symptom": "화면 주소가 열리지 않음",</a:t>
            </a:r>
          </a:p>
          <a:p xmlns:a="http://schemas.openxmlformats.org/drawingml/2006/main">
            <a:r>
              <a:t>    "check": "해당 로컬 서비스와 포트",</a:t>
            </a:r>
          </a:p>
          <a:p xmlns:a="http://schemas.openxmlformats.org/drawingml/2006/main">
            <a:r>
              <a:t>    "action": "실행 명령과 주소를 확인하고 다시 접속합니다."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"symptom": "Gateway 임시 저장",</a:t>
            </a:r>
          </a:p>
          <a:p xmlns:a="http://schemas.openxmlformats.org/drawingml/2006/main">
            <a:r>
              <a:t>    "check": "메모리 모드 배너",</a:t>
            </a:r>
          </a:p>
          <a:p xmlns:a="http://schemas.openxmlformats.org/drawingml/2006/main">
            <a:r>
              <a:t>    "action": "실습 구성만 사용하며 재시작 유실을 고려합니다."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"symptom": "OEE 로그인 API 오류",</a:t>
            </a:r>
          </a:p>
          <a:p xmlns:a="http://schemas.openxmlformats.org/drawingml/2006/main">
            <a:r>
              <a:t>    "check": "API와 데이터베이스 실행 상태",</a:t>
            </a:r>
          </a:p>
          <a:p xmlns:a="http://schemas.openxmlformats.org/drawingml/2006/main">
            <a:r>
              <a:t>    "action": "backend 준비 후 다시 시도합니다. 인증을 우회하지 않습니다."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"symptom": "데이터 N/A 또는 이벤트 0",</a:t>
            </a:r>
          </a:p>
          <a:p xmlns:a="http://schemas.openxmlformats.org/drawingml/2006/main">
            <a:r>
              <a:t>    "check": "Kafka/OEE 연결과 원본 시각",</a:t>
            </a:r>
          </a:p>
          <a:p xmlns:a="http://schemas.openxmlformats.org/drawingml/2006/main">
            <a:r>
              <a:t>    "action": "미수신 상태를 0%나 정상 생산으로 해석하지 않습니다."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"symptom": "Assistant 소스 확인 불가",</a:t>
            </a:r>
          </a:p>
          <a:p xmlns:a="http://schemas.openxmlformats.org/drawingml/2006/main">
            <a:r>
              <a:t>    "check": "선택 자산, 매핑과 PLC HTTP",</a:t>
            </a:r>
          </a:p>
          <a:p xmlns:a="http://schemas.openxmlformats.org/drawingml/2006/main">
            <a:r>
              <a:t>    "action": "원본 연결을 복구하고 재조회합니다."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"symptom": "AssetHub 412",</a:t>
            </a:r>
          </a:p>
          <a:p xmlns:a="http://schemas.openxmlformats.org/drawingml/2006/main">
            <a:r>
              <a:t>    "check": "편집 버전",</a:t>
            </a:r>
          </a:p>
          <a:p xmlns:a="http://schemas.openxmlformats.org/drawingml/2006/main">
            <a:r>
              <a:t>    "action": "최신 초안을 읽고 이전 입력과 비교합니다."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문서는 같은 배포 폴더의 README.md와 chapters/에 있습니다. 아이콘 저작권과 출처는 assets/design/LICENSE-Lucide.txt 및 icon-provenance.json에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81561033664d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28ce4dfbcb42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39505d7029438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4b5cb7d9b84ef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9b820b72fa4fe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8e995d96bb48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2C18D0-0BE1-4D3B-9495-6D2A8C6FFE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FD51148-77CC-4350-8C36-23DCDFB4B1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DDA3227-AD06-4DAE-BD1E-F5857D90DC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7458B2-C825-462D-9520-1C5109FF06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9D1FA52-AADA-4A86-8347-4E921105B6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2903506-F4C1-4043-B81B-3A28BCC4F8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6C72FD-7001-4E24-8CD2-D409767C36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1BFF9CB-F1DA-4659-9ECB-EDBC8D1A9F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EF09AA-EF2A-4479-ACC4-2B1E435D4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36849E-F7FD-460C-9A28-AB28118738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7bcf752a9749ae" /><Relationship Type="http://schemas.openxmlformats.org/officeDocument/2006/relationships/slideLayout" Target="/ppt/slideLayouts/slideLayout1.xml" Id="R11b88d14dc1d4219" /><Relationship Type="http://schemas.openxmlformats.org/officeDocument/2006/relationships/slideLayout" Target="/ppt/slideLayouts/slideLayout2.xml" Id="R87ec6871956e40df" /><Relationship Type="http://schemas.openxmlformats.org/officeDocument/2006/relationships/slideLayout" Target="/ppt/slideLayouts/slideLayout3.xml" Id="R5f96253e5dea4309" /><Relationship Type="http://schemas.openxmlformats.org/officeDocument/2006/relationships/slideLayout" Target="/ppt/slideLayouts/slideLayout4.xml" Id="Rab77f0812a874d9d" /><Relationship Type="http://schemas.openxmlformats.org/officeDocument/2006/relationships/slideLayout" Target="/ppt/slideLayouts/slideLayout5.xml" Id="R75ffc517a4f0405b" /><Relationship Type="http://schemas.openxmlformats.org/officeDocument/2006/relationships/slideLayout" Target="/ppt/slideLayouts/slideLayout6.xml" Id="Rcbb869a82fa044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b88d14dc1d4219"/>
    <p:sldLayoutId xmlns:r="http://schemas.openxmlformats.org/officeDocument/2006/relationships" id="2147483650" r:id="R87ec6871956e40df"/>
    <p:sldLayoutId xmlns:r="http://schemas.openxmlformats.org/officeDocument/2006/relationships" id="2147483651" r:id="R5f96253e5dea4309"/>
    <p:sldLayoutId xmlns:r="http://schemas.openxmlformats.org/officeDocument/2006/relationships" id="2147483652" r:id="Rab77f0812a874d9d"/>
    <p:sldLayoutId xmlns:r="http://schemas.openxmlformats.org/officeDocument/2006/relationships" id="2147483653" r:id="R75ffc517a4f0405b"/>
    <p:sldLayoutId xmlns:r="http://schemas.openxmlformats.org/officeDocument/2006/relationships" id="2147483654" r:id="Rcbb869a82fa044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d4366b09854b4d" /><Relationship Type="http://schemas.openxmlformats.org/officeDocument/2006/relationships/image" Target="/ppt/media/image.png" Id="R0133db07323a4159" /><Relationship Type="http://schemas.openxmlformats.org/officeDocument/2006/relationships/image" Target="/ppt/media/image.svg" Id="R003d5384cda84e31" /><Relationship Type="http://schemas.openxmlformats.org/officeDocument/2006/relationships/image" Target="/ppt/media/image2.png" Id="Rc67ea15bdcca4626" /><Relationship Type="http://schemas.openxmlformats.org/officeDocument/2006/relationships/image" Target="/ppt/media/image2.svg" Id="R8d7d183954004c67" /><Relationship Type="http://schemas.openxmlformats.org/officeDocument/2006/relationships/image" Target="/ppt/media/image3.png" Id="R5dc0ac59c125428a" /><Relationship Type="http://schemas.openxmlformats.org/officeDocument/2006/relationships/image" Target="/ppt/media/image3.svg" Id="R8faec66e43ac4337" /><Relationship Type="http://schemas.openxmlformats.org/officeDocument/2006/relationships/image" Target="/ppt/media/image4.png" Id="R34f5590c25964ef6" /><Relationship Type="http://schemas.openxmlformats.org/officeDocument/2006/relationships/image" Target="/ppt/media/image4.svg" Id="Rb613dcf25eec4f56" /><Relationship Type="http://schemas.openxmlformats.org/officeDocument/2006/relationships/image" Target="/ppt/media/image5.png" Id="R3321aeab33be43f0" /><Relationship Type="http://schemas.openxmlformats.org/officeDocument/2006/relationships/image" Target="/ppt/media/image5.svg" Id="Re02d5248fe7248fd" /><Relationship Type="http://schemas.openxmlformats.org/officeDocument/2006/relationships/image" Target="/ppt/media/image6.png" Id="R8a051539924742a0" /><Relationship Type="http://schemas.openxmlformats.org/officeDocument/2006/relationships/image" Target="/ppt/media/image6.svg" Id="Rc23000db72c04a44" /><Relationship Type="http://schemas.openxmlformats.org/officeDocument/2006/relationships/image" Target="/ppt/media/image7.png" Id="R2c7a425a89174380" /><Relationship Type="http://schemas.openxmlformats.org/officeDocument/2006/relationships/image" Target="/ppt/media/image7.svg" Id="R55432e199bb04cb6" /><Relationship Type="http://schemas.openxmlformats.org/officeDocument/2006/relationships/notesSlide" Target="/ppt/notesSlides/notesSlide1.xml" Id="R7c7e13bc970943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4d56c392944a8b" /><Relationship Type="http://schemas.openxmlformats.org/officeDocument/2006/relationships/image" Target="/ppt/media/image8.png" Id="R9f05859ad06b4b32" /><Relationship Type="http://schemas.openxmlformats.org/officeDocument/2006/relationships/image" Target="/ppt/media/image8.svg" Id="Rc9536c8a4bd8400a" /><Relationship Type="http://schemas.openxmlformats.org/officeDocument/2006/relationships/image" Target="/ppt/media/image9.png" Id="R3c9059ffe12141e7" /><Relationship Type="http://schemas.openxmlformats.org/officeDocument/2006/relationships/image" Target="/ppt/media/image9.svg" Id="Re4029c0386934718" /><Relationship Type="http://schemas.openxmlformats.org/officeDocument/2006/relationships/image" Target="/ppt/media/image10.png" Id="R39d3693fb52f4b1a" /><Relationship Type="http://schemas.openxmlformats.org/officeDocument/2006/relationships/image" Target="/ppt/media/image10.svg" Id="R05a10cc49403424b" /><Relationship Type="http://schemas.openxmlformats.org/officeDocument/2006/relationships/image" Target="/ppt/media/image11.png" Id="R6bc3a7e8da0b4d70" /><Relationship Type="http://schemas.openxmlformats.org/officeDocument/2006/relationships/image" Target="/ppt/media/image11.svg" Id="Re3d775685e8a4f11" /><Relationship Type="http://schemas.openxmlformats.org/officeDocument/2006/relationships/notesSlide" Target="/ppt/notesSlides/notesSlide2.xml" Id="R4934aeaeda524a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c2222cb36640c5" /><Relationship Type="http://schemas.openxmlformats.org/officeDocument/2006/relationships/image" Target="/ppt/media/image12.png" Id="R2055b9e17dc74322" /><Relationship Type="http://schemas.openxmlformats.org/officeDocument/2006/relationships/image" Target="/ppt/media/image12.svg" Id="Rec02841c8b70490d" /><Relationship Type="http://schemas.openxmlformats.org/officeDocument/2006/relationships/image" Target="/ppt/media/image13.png" Id="R183217306af4426c" /><Relationship Type="http://schemas.openxmlformats.org/officeDocument/2006/relationships/image" Target="/ppt/media/image13.svg" Id="Rb23d640896ef4334" /><Relationship Type="http://schemas.openxmlformats.org/officeDocument/2006/relationships/image" Target="/ppt/media/image14.png" Id="R4d73efe3e5174a6c" /><Relationship Type="http://schemas.openxmlformats.org/officeDocument/2006/relationships/image" Target="/ppt/media/image14.svg" Id="R1673601e0f20425d" /><Relationship Type="http://schemas.openxmlformats.org/officeDocument/2006/relationships/notesSlide" Target="/ppt/notesSlides/notesSlide3.xml" Id="Re8c9b00ce5f043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ad9251dec142aa" /><Relationship Type="http://schemas.openxmlformats.org/officeDocument/2006/relationships/image" Target="/ppt/media/image15.png" Id="R18450866af29481e" /><Relationship Type="http://schemas.openxmlformats.org/officeDocument/2006/relationships/image" Target="/ppt/media/image15.svg" Id="R1bbf949ee9a648f4" /><Relationship Type="http://schemas.openxmlformats.org/officeDocument/2006/relationships/image" Target="/ppt/media/image16.png" Id="R3710a8a7fe27434f" /><Relationship Type="http://schemas.openxmlformats.org/officeDocument/2006/relationships/image" Target="/ppt/media/image16.svg" Id="R3693b166be5e4cf7" /><Relationship Type="http://schemas.openxmlformats.org/officeDocument/2006/relationships/image" Target="/ppt/media/image17.png" Id="R3e9967624192436e" /><Relationship Type="http://schemas.openxmlformats.org/officeDocument/2006/relationships/image" Target="/ppt/media/image17.svg" Id="R73361e7029254da4" /><Relationship Type="http://schemas.openxmlformats.org/officeDocument/2006/relationships/image" Target="/ppt/media/image18.png" Id="Re4dc869dae744535" /><Relationship Type="http://schemas.openxmlformats.org/officeDocument/2006/relationships/image" Target="/ppt/media/image18.svg" Id="R0dc682df1d0c459b" /><Relationship Type="http://schemas.openxmlformats.org/officeDocument/2006/relationships/image" Target="/ppt/media/image19.png" Id="Ra23c99eb171a43da" /><Relationship Type="http://schemas.openxmlformats.org/officeDocument/2006/relationships/image" Target="/ppt/media/image19.svg" Id="Rc1013dc6392a4405" /><Relationship Type="http://schemas.openxmlformats.org/officeDocument/2006/relationships/image" Target="/ppt/media/image20.png" Id="Rfd5bcf154e524804" /><Relationship Type="http://schemas.openxmlformats.org/officeDocument/2006/relationships/image" Target="/ppt/media/image20.svg" Id="Rb30312dbb2bb4138" /><Relationship Type="http://schemas.openxmlformats.org/officeDocument/2006/relationships/image" Target="/ppt/media/image21.png" Id="Rf833735ecb714248" /><Relationship Type="http://schemas.openxmlformats.org/officeDocument/2006/relationships/image" Target="/ppt/media/image21.svg" Id="R7d15d2dafcc54f1a" /><Relationship Type="http://schemas.openxmlformats.org/officeDocument/2006/relationships/notesSlide" Target="/ppt/notesSlides/notesSlide4.xml" Id="Rc026a439b4764c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47e8f191e24f54" /><Relationship Type="http://schemas.openxmlformats.org/officeDocument/2006/relationships/image" Target="/ppt/media/image22.png" Id="Rcce3540f74f04cbc" /><Relationship Type="http://schemas.openxmlformats.org/officeDocument/2006/relationships/image" Target="/ppt/media/image22.svg" Id="R5ed94385fa2a4d48" /><Relationship Type="http://schemas.openxmlformats.org/officeDocument/2006/relationships/image" Target="/ppt/media/image23.png" Id="Re806663a14784196" /><Relationship Type="http://schemas.openxmlformats.org/officeDocument/2006/relationships/image" Target="/ppt/media/image23.svg" Id="R33e4d5636c4148ef" /><Relationship Type="http://schemas.openxmlformats.org/officeDocument/2006/relationships/image" Target="/ppt/media/image24.png" Id="Ra4afa7ca9a0b4143" /><Relationship Type="http://schemas.openxmlformats.org/officeDocument/2006/relationships/image" Target="/ppt/media/image24.svg" Id="R32631ccdf1254377" /><Relationship Type="http://schemas.openxmlformats.org/officeDocument/2006/relationships/notesSlide" Target="/ppt/notesSlides/notesSlide5.xml" Id="Rd5bc6fb305ae40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02e08dd36d4756" /><Relationship Type="http://schemas.openxmlformats.org/officeDocument/2006/relationships/image" Target="/ppt/media/image25.png" Id="Rad77e4144cb54090" /><Relationship Type="http://schemas.openxmlformats.org/officeDocument/2006/relationships/image" Target="/ppt/media/image25.svg" Id="R034c2e94ce014f46" /><Relationship Type="http://schemas.openxmlformats.org/officeDocument/2006/relationships/image" Target="/ppt/media/image.jpeg" Id="R62294872d4374edf" /><Relationship Type="http://schemas.openxmlformats.org/officeDocument/2006/relationships/image" Target="/ppt/media/image26.png" Id="R374c4ac438bc4f29" /><Relationship Type="http://schemas.openxmlformats.org/officeDocument/2006/relationships/image" Target="/ppt/media/image26.svg" Id="Rf950323ecfda4c66" /><Relationship Type="http://schemas.openxmlformats.org/officeDocument/2006/relationships/image" Target="/ppt/media/image27.png" Id="R18c8168270344af9" /><Relationship Type="http://schemas.openxmlformats.org/officeDocument/2006/relationships/image" Target="/ppt/media/image27.svg" Id="Rc046cf1e4fbd44ff" /><Relationship Type="http://schemas.openxmlformats.org/officeDocument/2006/relationships/image" Target="/ppt/media/image28.png" Id="R1fb3ed086d854d93" /><Relationship Type="http://schemas.openxmlformats.org/officeDocument/2006/relationships/image" Target="/ppt/media/image28.svg" Id="R6a8c4966c98d4177" /><Relationship Type="http://schemas.openxmlformats.org/officeDocument/2006/relationships/hyperlink" Target="http://127.0.0.1:5180/" TargetMode="External" Id="Raa5ddb83035944df" /><Relationship Type="http://schemas.openxmlformats.org/officeDocument/2006/relationships/notesSlide" Target="/ppt/notesSlides/notesSlide6.xml" Id="R12cb4c3d751343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853001715a4194" /><Relationship Type="http://schemas.openxmlformats.org/officeDocument/2006/relationships/image" Target="/ppt/media/image29.png" Id="R65ba0245f3794a5b" /><Relationship Type="http://schemas.openxmlformats.org/officeDocument/2006/relationships/image" Target="/ppt/media/image29.svg" Id="Rb82558a9e5204dd2" /><Relationship Type="http://schemas.openxmlformats.org/officeDocument/2006/relationships/image" Target="/ppt/media/image30.png" Id="Rd74e1f6d9b474c61" /><Relationship Type="http://schemas.openxmlformats.org/officeDocument/2006/relationships/image" Target="/ppt/media/image30.svg" Id="R465302a063564671" /><Relationship Type="http://schemas.openxmlformats.org/officeDocument/2006/relationships/image" Target="/ppt/media/image31.png" Id="R34507ddfa77a4ffd" /><Relationship Type="http://schemas.openxmlformats.org/officeDocument/2006/relationships/image" Target="/ppt/media/image31.svg" Id="R83fa9648aeaf48d9" /><Relationship Type="http://schemas.openxmlformats.org/officeDocument/2006/relationships/image" Target="/ppt/media/image32.png" Id="R142db2e8d64d46b4" /><Relationship Type="http://schemas.openxmlformats.org/officeDocument/2006/relationships/image" Target="/ppt/media/image32.svg" Id="Rd17b329dc6604eee" /><Relationship Type="http://schemas.openxmlformats.org/officeDocument/2006/relationships/image" Target="/ppt/media/image2.jpeg" Id="R4386f05336a64a19" /><Relationship Type="http://schemas.openxmlformats.org/officeDocument/2006/relationships/image" Target="/ppt/media/image33.png" Id="R01c549a494eb4141" /><Relationship Type="http://schemas.openxmlformats.org/officeDocument/2006/relationships/image" Target="/ppt/media/image33.svg" Id="R70fc989a9825451a" /><Relationship Type="http://schemas.openxmlformats.org/officeDocument/2006/relationships/image" Target="/ppt/media/image34.png" Id="R6e3c649befe24f96" /><Relationship Type="http://schemas.openxmlformats.org/officeDocument/2006/relationships/image" Target="/ppt/media/image34.svg" Id="R04049bd7001c43f3" /><Relationship Type="http://schemas.openxmlformats.org/officeDocument/2006/relationships/notesSlide" Target="/ppt/notesSlides/notesSlide7.xml" Id="Rf13538a6cedc4b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ec7969ba4d40bf" /><Relationship Type="http://schemas.openxmlformats.org/officeDocument/2006/relationships/image" Target="/ppt/media/image35.png" Id="Rd84922e52dbe4e5d" /><Relationship Type="http://schemas.openxmlformats.org/officeDocument/2006/relationships/image" Target="/ppt/media/image35.svg" Id="R0d75ff5b80bd4bba" /><Relationship Type="http://schemas.openxmlformats.org/officeDocument/2006/relationships/image" Target="/ppt/media/image36.png" Id="Ref58c8cde0aa46f0" /><Relationship Type="http://schemas.openxmlformats.org/officeDocument/2006/relationships/image" Target="/ppt/media/image36.svg" Id="R6a37a9df3497498a" /><Relationship Type="http://schemas.openxmlformats.org/officeDocument/2006/relationships/image" Target="/ppt/media/image37.png" Id="R9861e13a110f4822" /><Relationship Type="http://schemas.openxmlformats.org/officeDocument/2006/relationships/image" Target="/ppt/media/image37.svg" Id="Rdd795b1d48034ee1" /><Relationship Type="http://schemas.openxmlformats.org/officeDocument/2006/relationships/image" Target="/ppt/media/image38.png" Id="R2a71605a78334a8d" /><Relationship Type="http://schemas.openxmlformats.org/officeDocument/2006/relationships/image" Target="/ppt/media/image38.svg" Id="R5b5407e2dc4f4500" /><Relationship Type="http://schemas.openxmlformats.org/officeDocument/2006/relationships/image" Target="/ppt/media/image3.jpeg" Id="Rff3547b90e9a4ed4" /><Relationship Type="http://schemas.openxmlformats.org/officeDocument/2006/relationships/image" Target="/ppt/media/image39.png" Id="Ra8e667ce671048eb" /><Relationship Type="http://schemas.openxmlformats.org/officeDocument/2006/relationships/image" Target="/ppt/media/image39.svg" Id="R84e936a1116e46d5" /><Relationship Type="http://schemas.openxmlformats.org/officeDocument/2006/relationships/image" Target="/ppt/media/image40.png" Id="Ra5ff47b7098949e8" /><Relationship Type="http://schemas.openxmlformats.org/officeDocument/2006/relationships/image" Target="/ppt/media/image40.svg" Id="R6bac7b9d2c944a7c" /><Relationship Type="http://schemas.openxmlformats.org/officeDocument/2006/relationships/notesSlide" Target="/ppt/notesSlides/notesSlide8.xml" Id="R81b7be1190c745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07900823404fa4" /><Relationship Type="http://schemas.openxmlformats.org/officeDocument/2006/relationships/image" Target="/ppt/media/image41.png" Id="Ra594ea1a8a2848f7" /><Relationship Type="http://schemas.openxmlformats.org/officeDocument/2006/relationships/image" Target="/ppt/media/image41.svg" Id="Rfd1c3e1b656e4fbe" /><Relationship Type="http://schemas.openxmlformats.org/officeDocument/2006/relationships/image" Target="/ppt/media/image42.png" Id="R3022ad4ba6484002" /><Relationship Type="http://schemas.openxmlformats.org/officeDocument/2006/relationships/image" Target="/ppt/media/image42.svg" Id="R9c76b86565814b6e" /><Relationship Type="http://schemas.openxmlformats.org/officeDocument/2006/relationships/image" Target="/ppt/media/image43.png" Id="Rf89fc3229a0e47c4" /><Relationship Type="http://schemas.openxmlformats.org/officeDocument/2006/relationships/image" Target="/ppt/media/image43.svg" Id="R5cc91eb2fe6c4fcd" /><Relationship Type="http://schemas.openxmlformats.org/officeDocument/2006/relationships/image" Target="/ppt/media/image44.png" Id="R0647311dcfd94110" /><Relationship Type="http://schemas.openxmlformats.org/officeDocument/2006/relationships/image" Target="/ppt/media/image44.svg" Id="Re9d3e492744e4fff" /><Relationship Type="http://schemas.openxmlformats.org/officeDocument/2006/relationships/image" Target="/ppt/media/image4.jpeg" Id="Rb0b237eab301474f" /><Relationship Type="http://schemas.openxmlformats.org/officeDocument/2006/relationships/image" Target="/ppt/media/image45.png" Id="R114b8cc0e6ed48f8" /><Relationship Type="http://schemas.openxmlformats.org/officeDocument/2006/relationships/image" Target="/ppt/media/image45.svg" Id="Rc9f562c717474051" /><Relationship Type="http://schemas.openxmlformats.org/officeDocument/2006/relationships/image" Target="/ppt/media/image46.png" Id="R61e32f53646c4499" /><Relationship Type="http://schemas.openxmlformats.org/officeDocument/2006/relationships/image" Target="/ppt/media/image46.svg" Id="R3fd1795bbb63425c" /><Relationship Type="http://schemas.openxmlformats.org/officeDocument/2006/relationships/notesSlide" Target="/ppt/notesSlides/notesSlide9.xml" Id="Ra95e8a249a2e44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ad4bd33679411b" /><Relationship Type="http://schemas.openxmlformats.org/officeDocument/2006/relationships/image" Target="/ppt/media/image47.png" Id="R31bb5a03bd2d416c" /><Relationship Type="http://schemas.openxmlformats.org/officeDocument/2006/relationships/image" Target="/ppt/media/image47.svg" Id="Rf0f1a68669aa4989" /><Relationship Type="http://schemas.openxmlformats.org/officeDocument/2006/relationships/image" Target="/ppt/media/image48.png" Id="R3c077c6d3b104588" /><Relationship Type="http://schemas.openxmlformats.org/officeDocument/2006/relationships/image" Target="/ppt/media/image48.svg" Id="Re5c5e9102b344edc" /><Relationship Type="http://schemas.openxmlformats.org/officeDocument/2006/relationships/image" Target="/ppt/media/image49.png" Id="R704bf5dfadeb4ad1" /><Relationship Type="http://schemas.openxmlformats.org/officeDocument/2006/relationships/image" Target="/ppt/media/image49.svg" Id="Rf38d3a6469e341a1" /><Relationship Type="http://schemas.openxmlformats.org/officeDocument/2006/relationships/image" Target="/ppt/media/image50.png" Id="Re4c806ef174b4f41" /><Relationship Type="http://schemas.openxmlformats.org/officeDocument/2006/relationships/image" Target="/ppt/media/image50.svg" Id="R1e1efe9507b04d8b" /><Relationship Type="http://schemas.openxmlformats.org/officeDocument/2006/relationships/image" Target="/ppt/media/image51.png" Id="Rba27286ec4084dc7" /><Relationship Type="http://schemas.openxmlformats.org/officeDocument/2006/relationships/image" Target="/ppt/media/image51.svg" Id="Rfe10ddc1d1e146f0" /><Relationship Type="http://schemas.openxmlformats.org/officeDocument/2006/relationships/image" Target="/ppt/media/image5.jpeg" Id="Reb9c30d8b9694984" /><Relationship Type="http://schemas.openxmlformats.org/officeDocument/2006/relationships/image" Target="/ppt/media/image52.png" Id="Rd6bdaa5b65ad4c75" /><Relationship Type="http://schemas.openxmlformats.org/officeDocument/2006/relationships/image" Target="/ppt/media/image52.svg" Id="R47290a2876df4e20" /><Relationship Type="http://schemas.openxmlformats.org/officeDocument/2006/relationships/image" Target="/ppt/media/image53.png" Id="R691d4a00fab64ba5" /><Relationship Type="http://schemas.openxmlformats.org/officeDocument/2006/relationships/image" Target="/ppt/media/image53.svg" Id="R5a1d0b227e3d4555" /><Relationship Type="http://schemas.openxmlformats.org/officeDocument/2006/relationships/notesSlide" Target="/ppt/notesSlides/notesSlide10.xml" Id="R69efe0141fb14d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26823ac9af4e70" /><Relationship Type="http://schemas.openxmlformats.org/officeDocument/2006/relationships/image" Target="/ppt/media/image54.png" Id="Ree481f7b852e4224" /><Relationship Type="http://schemas.openxmlformats.org/officeDocument/2006/relationships/image" Target="/ppt/media/image54.svg" Id="R5bf8195f9a0e41c3" /><Relationship Type="http://schemas.openxmlformats.org/officeDocument/2006/relationships/image" Target="/ppt/media/image55.png" Id="R063fcf8bf69043e1" /><Relationship Type="http://schemas.openxmlformats.org/officeDocument/2006/relationships/image" Target="/ppt/media/image55.svg" Id="Rc17ff9818b3c4e06" /><Relationship Type="http://schemas.openxmlformats.org/officeDocument/2006/relationships/image" Target="/ppt/media/image56.png" Id="R3a00420a7b7948d5" /><Relationship Type="http://schemas.openxmlformats.org/officeDocument/2006/relationships/image" Target="/ppt/media/image56.svg" Id="Rbc0be814115a45cc" /><Relationship Type="http://schemas.openxmlformats.org/officeDocument/2006/relationships/image" Target="/ppt/media/image6.jpeg" Id="Rdd6ee6184c67446e" /><Relationship Type="http://schemas.openxmlformats.org/officeDocument/2006/relationships/image" Target="/ppt/media/image57.png" Id="R031b38c6e7c945eb" /><Relationship Type="http://schemas.openxmlformats.org/officeDocument/2006/relationships/image" Target="/ppt/media/image57.svg" Id="Racbcb4a21ad84246" /><Relationship Type="http://schemas.openxmlformats.org/officeDocument/2006/relationships/image" Target="/ppt/media/image58.png" Id="R35d8616464e54ed4" /><Relationship Type="http://schemas.openxmlformats.org/officeDocument/2006/relationships/image" Target="/ppt/media/image58.svg" Id="Rb51f20bd76204410" /><Relationship Type="http://schemas.openxmlformats.org/officeDocument/2006/relationships/notesSlide" Target="/ppt/notesSlides/notesSlide11.xml" Id="R39122534bf5e4c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35dfaeca4a4a07" /><Relationship Type="http://schemas.openxmlformats.org/officeDocument/2006/relationships/image" Target="/ppt/media/image59.png" Id="Rc04abf6929764993" /><Relationship Type="http://schemas.openxmlformats.org/officeDocument/2006/relationships/image" Target="/ppt/media/image59.svg" Id="R6a8b1027c41c4efb" /><Relationship Type="http://schemas.openxmlformats.org/officeDocument/2006/relationships/image" Target="/ppt/media/image7.jpeg" Id="R130183f0389e4196" /><Relationship Type="http://schemas.openxmlformats.org/officeDocument/2006/relationships/image" Target="/ppt/media/image60.png" Id="R5099ce82585d48c2" /><Relationship Type="http://schemas.openxmlformats.org/officeDocument/2006/relationships/image" Target="/ppt/media/image60.svg" Id="R671d38a2eb4e4d9b" /><Relationship Type="http://schemas.openxmlformats.org/officeDocument/2006/relationships/image" Target="/ppt/media/image61.png" Id="Rdab41addec224769" /><Relationship Type="http://schemas.openxmlformats.org/officeDocument/2006/relationships/image" Target="/ppt/media/image61.svg" Id="Rfc73a32526924b7d" /><Relationship Type="http://schemas.openxmlformats.org/officeDocument/2006/relationships/image" Target="/ppt/media/image62.png" Id="R5b0a715fa3724de5" /><Relationship Type="http://schemas.openxmlformats.org/officeDocument/2006/relationships/image" Target="/ppt/media/image62.svg" Id="Ra971b53fba414a3a" /><Relationship Type="http://schemas.openxmlformats.org/officeDocument/2006/relationships/hyperlink" Target="http://127.0.0.1:5181/" TargetMode="External" Id="Rce35e7f5e7d64037" /><Relationship Type="http://schemas.openxmlformats.org/officeDocument/2006/relationships/notesSlide" Target="/ppt/notesSlides/notesSlide12.xml" Id="R75ae4fdd1eef42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6909171c654463" /><Relationship Type="http://schemas.openxmlformats.org/officeDocument/2006/relationships/image" Target="/ppt/media/image63.png" Id="Rc8cfc93d5b3c4059" /><Relationship Type="http://schemas.openxmlformats.org/officeDocument/2006/relationships/image" Target="/ppt/media/image63.svg" Id="Raf8cf127739548fe" /><Relationship Type="http://schemas.openxmlformats.org/officeDocument/2006/relationships/image" Target="/ppt/media/image64.png" Id="Rf44de3a761ca4251" /><Relationship Type="http://schemas.openxmlformats.org/officeDocument/2006/relationships/image" Target="/ppt/media/image64.svg" Id="Rdf3382b59a1e4868" /><Relationship Type="http://schemas.openxmlformats.org/officeDocument/2006/relationships/image" Target="/ppt/media/image65.png" Id="R1a02373be2884fb2" /><Relationship Type="http://schemas.openxmlformats.org/officeDocument/2006/relationships/image" Target="/ppt/media/image65.svg" Id="R19c2457253314417" /><Relationship Type="http://schemas.openxmlformats.org/officeDocument/2006/relationships/image" Target="/ppt/media/image8.jpeg" Id="Rb954b947fea644bc" /><Relationship Type="http://schemas.openxmlformats.org/officeDocument/2006/relationships/image" Target="/ppt/media/image66.png" Id="R95193f77da9e4672" /><Relationship Type="http://schemas.openxmlformats.org/officeDocument/2006/relationships/image" Target="/ppt/media/image66.svg" Id="Re53fde999a094e24" /><Relationship Type="http://schemas.openxmlformats.org/officeDocument/2006/relationships/image" Target="/ppt/media/image67.png" Id="R7e206c49c2b94dac" /><Relationship Type="http://schemas.openxmlformats.org/officeDocument/2006/relationships/image" Target="/ppt/media/image67.svg" Id="R2ba040422a304192" /><Relationship Type="http://schemas.openxmlformats.org/officeDocument/2006/relationships/notesSlide" Target="/ppt/notesSlides/notesSlide13.xml" Id="Rd66d119ee3f04a5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2bb8bc645d4684" /><Relationship Type="http://schemas.openxmlformats.org/officeDocument/2006/relationships/image" Target="/ppt/media/image68.png" Id="Re0a209a2a9054ef1" /><Relationship Type="http://schemas.openxmlformats.org/officeDocument/2006/relationships/image" Target="/ppt/media/image68.svg" Id="R7579f7dfc90c4048" /><Relationship Type="http://schemas.openxmlformats.org/officeDocument/2006/relationships/image" Target="/ppt/media/image69.png" Id="R3442624830bf4efc" /><Relationship Type="http://schemas.openxmlformats.org/officeDocument/2006/relationships/image" Target="/ppt/media/image69.svg" Id="Rd999499f0ca84981" /><Relationship Type="http://schemas.openxmlformats.org/officeDocument/2006/relationships/image" Target="/ppt/media/image70.png" Id="R23e8af073efc42ba" /><Relationship Type="http://schemas.openxmlformats.org/officeDocument/2006/relationships/image" Target="/ppt/media/image70.svg" Id="Raae74f3957e341f4" /><Relationship Type="http://schemas.openxmlformats.org/officeDocument/2006/relationships/image" Target="/ppt/media/image71.png" Id="Rf02745aac64f4d26" /><Relationship Type="http://schemas.openxmlformats.org/officeDocument/2006/relationships/image" Target="/ppt/media/image71.svg" Id="R8f0837821b9e4f3b" /><Relationship Type="http://schemas.openxmlformats.org/officeDocument/2006/relationships/image" Target="/ppt/media/image72.png" Id="R129c2b57c59c4a95" /><Relationship Type="http://schemas.openxmlformats.org/officeDocument/2006/relationships/image" Target="/ppt/media/image72.svg" Id="Rdaa7f2f97a33489b" /><Relationship Type="http://schemas.openxmlformats.org/officeDocument/2006/relationships/image" Target="/ppt/media/image9.jpeg" Id="R6d7e313922bb4c49" /><Relationship Type="http://schemas.openxmlformats.org/officeDocument/2006/relationships/image" Target="/ppt/media/image73.png" Id="R37e29076fe8c4444" /><Relationship Type="http://schemas.openxmlformats.org/officeDocument/2006/relationships/image" Target="/ppt/media/image73.svg" Id="Rb83cd5e4fd904332" /><Relationship Type="http://schemas.openxmlformats.org/officeDocument/2006/relationships/image" Target="/ppt/media/image74.png" Id="R42279c5f464748a7" /><Relationship Type="http://schemas.openxmlformats.org/officeDocument/2006/relationships/image" Target="/ppt/media/image74.svg" Id="Recac984a55854e5b" /><Relationship Type="http://schemas.openxmlformats.org/officeDocument/2006/relationships/notesSlide" Target="/ppt/notesSlides/notesSlide14.xml" Id="R9b329206c71a44f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9cdfa1c6954394" /><Relationship Type="http://schemas.openxmlformats.org/officeDocument/2006/relationships/image" Target="/ppt/media/image75.png" Id="R9db89bae570e4f4e" /><Relationship Type="http://schemas.openxmlformats.org/officeDocument/2006/relationships/image" Target="/ppt/media/image75.svg" Id="Rc01e78c6df254377" /><Relationship Type="http://schemas.openxmlformats.org/officeDocument/2006/relationships/image" Target="/ppt/media/image76.png" Id="R01ed85cfeab0450a" /><Relationship Type="http://schemas.openxmlformats.org/officeDocument/2006/relationships/image" Target="/ppt/media/image76.svg" Id="Rc26fffdd362945bf" /><Relationship Type="http://schemas.openxmlformats.org/officeDocument/2006/relationships/image" Target="/ppt/media/image77.png" Id="Reda0b7f1f1c346bb" /><Relationship Type="http://schemas.openxmlformats.org/officeDocument/2006/relationships/image" Target="/ppt/media/image77.svg" Id="R98d9acc7f9bc4513" /><Relationship Type="http://schemas.openxmlformats.org/officeDocument/2006/relationships/image" Target="/ppt/media/image78.png" Id="R5052ca941204468a" /><Relationship Type="http://schemas.openxmlformats.org/officeDocument/2006/relationships/image" Target="/ppt/media/image78.svg" Id="Rda72c49442f04059" /><Relationship Type="http://schemas.openxmlformats.org/officeDocument/2006/relationships/image" Target="/ppt/media/image10.jpeg" Id="R1bdfa216943a446a" /><Relationship Type="http://schemas.openxmlformats.org/officeDocument/2006/relationships/image" Target="/ppt/media/image79.png" Id="R3fc44e704ccd446e" /><Relationship Type="http://schemas.openxmlformats.org/officeDocument/2006/relationships/image" Target="/ppt/media/image79.svg" Id="R1721d3b0bc6741cf" /><Relationship Type="http://schemas.openxmlformats.org/officeDocument/2006/relationships/image" Target="/ppt/media/image80.png" Id="Rddae5e95ace04971" /><Relationship Type="http://schemas.openxmlformats.org/officeDocument/2006/relationships/image" Target="/ppt/media/image80.svg" Id="Ref51d624094a4018" /><Relationship Type="http://schemas.openxmlformats.org/officeDocument/2006/relationships/notesSlide" Target="/ppt/notesSlides/notesSlide15.xml" Id="Rd6f11d3026ed406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8949ea4abf49b2" /><Relationship Type="http://schemas.openxmlformats.org/officeDocument/2006/relationships/image" Target="/ppt/media/image81.png" Id="R5f095c6e406242e9" /><Relationship Type="http://schemas.openxmlformats.org/officeDocument/2006/relationships/image" Target="/ppt/media/image81.svg" Id="R5b2eb067de7d467b" /><Relationship Type="http://schemas.openxmlformats.org/officeDocument/2006/relationships/image" Target="/ppt/media/image82.png" Id="Raf938c06b8c84390" /><Relationship Type="http://schemas.openxmlformats.org/officeDocument/2006/relationships/image" Target="/ppt/media/image82.svg" Id="R80c84a7eea474660" /><Relationship Type="http://schemas.openxmlformats.org/officeDocument/2006/relationships/image" Target="/ppt/media/image83.png" Id="Rf5000adaed944eaf" /><Relationship Type="http://schemas.openxmlformats.org/officeDocument/2006/relationships/image" Target="/ppt/media/image83.svg" Id="R24bb067325324f81" /><Relationship Type="http://schemas.openxmlformats.org/officeDocument/2006/relationships/image" Target="/ppt/media/image11.jpeg" Id="R1b2ab4bc050c4557" /><Relationship Type="http://schemas.openxmlformats.org/officeDocument/2006/relationships/image" Target="/ppt/media/image84.png" Id="Rafb82cc427a94e48" /><Relationship Type="http://schemas.openxmlformats.org/officeDocument/2006/relationships/image" Target="/ppt/media/image84.svg" Id="Rb8e77b6620a54c0f" /><Relationship Type="http://schemas.openxmlformats.org/officeDocument/2006/relationships/image" Target="/ppt/media/image85.png" Id="R4a96a0c1bb0a40b3" /><Relationship Type="http://schemas.openxmlformats.org/officeDocument/2006/relationships/image" Target="/ppt/media/image85.svg" Id="R9c1753b3adf54380" /><Relationship Type="http://schemas.openxmlformats.org/officeDocument/2006/relationships/notesSlide" Target="/ppt/notesSlides/notesSlide16.xml" Id="Rc07af112908a499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f1c67ae1b344a3" /><Relationship Type="http://schemas.openxmlformats.org/officeDocument/2006/relationships/image" Target="/ppt/media/image86.png" Id="Rb348fd028bef4c82" /><Relationship Type="http://schemas.openxmlformats.org/officeDocument/2006/relationships/image" Target="/ppt/media/image86.svg" Id="R2271705f7d414519" /><Relationship Type="http://schemas.openxmlformats.org/officeDocument/2006/relationships/image" Target="/ppt/media/image12.jpeg" Id="Ra9746baede1640a6" /><Relationship Type="http://schemas.openxmlformats.org/officeDocument/2006/relationships/image" Target="/ppt/media/image87.png" Id="Rd4b4cef0091f461d" /><Relationship Type="http://schemas.openxmlformats.org/officeDocument/2006/relationships/image" Target="/ppt/media/image87.svg" Id="Re05f9f00b5bf495b" /><Relationship Type="http://schemas.openxmlformats.org/officeDocument/2006/relationships/image" Target="/ppt/media/image88.png" Id="Raf6bbf4c8b5c4d3a" /><Relationship Type="http://schemas.openxmlformats.org/officeDocument/2006/relationships/image" Target="/ppt/media/image88.svg" Id="R1ca9f1dd1de84d11" /><Relationship Type="http://schemas.openxmlformats.org/officeDocument/2006/relationships/image" Target="/ppt/media/image89.png" Id="Rc44d33616fe44bdd" /><Relationship Type="http://schemas.openxmlformats.org/officeDocument/2006/relationships/image" Target="/ppt/media/image89.svg" Id="R4c093d02f5254409" /><Relationship Type="http://schemas.openxmlformats.org/officeDocument/2006/relationships/hyperlink" Target="http://127.0.0.1:5182/" TargetMode="External" Id="Rffd728858f784e87" /><Relationship Type="http://schemas.openxmlformats.org/officeDocument/2006/relationships/notesSlide" Target="/ppt/notesSlides/notesSlide17.xml" Id="Re0dd6b5381ee41b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dc1d6213cf4eff" /><Relationship Type="http://schemas.openxmlformats.org/officeDocument/2006/relationships/image" Target="/ppt/media/image90.png" Id="Rb221f8f336824205" /><Relationship Type="http://schemas.openxmlformats.org/officeDocument/2006/relationships/image" Target="/ppt/media/image90.svg" Id="R565cfa4fc2084efe" /><Relationship Type="http://schemas.openxmlformats.org/officeDocument/2006/relationships/image" Target="/ppt/media/image91.png" Id="R060b860f100b4210" /><Relationship Type="http://schemas.openxmlformats.org/officeDocument/2006/relationships/image" Target="/ppt/media/image91.svg" Id="Reeb57d0c9ee842c7" /><Relationship Type="http://schemas.openxmlformats.org/officeDocument/2006/relationships/image" Target="/ppt/media/image92.png" Id="R0c07810465da45a8" /><Relationship Type="http://schemas.openxmlformats.org/officeDocument/2006/relationships/image" Target="/ppt/media/image92.svg" Id="R74fc1999eb574375" /><Relationship Type="http://schemas.openxmlformats.org/officeDocument/2006/relationships/image" Target="/ppt/media/image93.png" Id="R34bef952600740c3" /><Relationship Type="http://schemas.openxmlformats.org/officeDocument/2006/relationships/image" Target="/ppt/media/image93.svg" Id="Rcb9d750501de4952" /><Relationship Type="http://schemas.openxmlformats.org/officeDocument/2006/relationships/image" Target="/ppt/media/image13.jpeg" Id="Re6f6c1369cb74ead" /><Relationship Type="http://schemas.openxmlformats.org/officeDocument/2006/relationships/image" Target="/ppt/media/image94.png" Id="Rc45551df17ac4892" /><Relationship Type="http://schemas.openxmlformats.org/officeDocument/2006/relationships/image" Target="/ppt/media/image94.svg" Id="Ra595f006e1ef4881" /><Relationship Type="http://schemas.openxmlformats.org/officeDocument/2006/relationships/image" Target="/ppt/media/image95.png" Id="R2d02b8419b5b4754" /><Relationship Type="http://schemas.openxmlformats.org/officeDocument/2006/relationships/image" Target="/ppt/media/image95.svg" Id="R424f92b467984d33" /><Relationship Type="http://schemas.openxmlformats.org/officeDocument/2006/relationships/notesSlide" Target="/ppt/notesSlides/notesSlide18.xml" Id="R5ca929337fe0447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d8521c511e479a" /><Relationship Type="http://schemas.openxmlformats.org/officeDocument/2006/relationships/image" Target="/ppt/media/image96.png" Id="Rb9f1135136ac4a3d" /><Relationship Type="http://schemas.openxmlformats.org/officeDocument/2006/relationships/image" Target="/ppt/media/image96.svg" Id="Rb712d3107b484a58" /><Relationship Type="http://schemas.openxmlformats.org/officeDocument/2006/relationships/image" Target="/ppt/media/image97.png" Id="Rfdd043e0eea34fd1" /><Relationship Type="http://schemas.openxmlformats.org/officeDocument/2006/relationships/image" Target="/ppt/media/image97.svg" Id="Rf0abfbab2c654c2c" /><Relationship Type="http://schemas.openxmlformats.org/officeDocument/2006/relationships/image" Target="/ppt/media/image98.png" Id="R5f3419a9bfe643df" /><Relationship Type="http://schemas.openxmlformats.org/officeDocument/2006/relationships/image" Target="/ppt/media/image98.svg" Id="Rcce07b7d3eb34585" /><Relationship Type="http://schemas.openxmlformats.org/officeDocument/2006/relationships/image" Target="/ppt/media/image99.png" Id="R3ea7349313234308" /><Relationship Type="http://schemas.openxmlformats.org/officeDocument/2006/relationships/image" Target="/ppt/media/image99.svg" Id="Rd934c44943b74e00" /><Relationship Type="http://schemas.openxmlformats.org/officeDocument/2006/relationships/image" Target="/ppt/media/image14.jpeg" Id="Rae479da12c864c36" /><Relationship Type="http://schemas.openxmlformats.org/officeDocument/2006/relationships/image" Target="/ppt/media/image100.png" Id="R9aea28a323664199" /><Relationship Type="http://schemas.openxmlformats.org/officeDocument/2006/relationships/image" Target="/ppt/media/image100.svg" Id="Rdcc9ed0c64224a0e" /><Relationship Type="http://schemas.openxmlformats.org/officeDocument/2006/relationships/image" Target="/ppt/media/image101.png" Id="R63a6d325cd6f42e7" /><Relationship Type="http://schemas.openxmlformats.org/officeDocument/2006/relationships/image" Target="/ppt/media/image101.svg" Id="R4dabbc983f7848a5" /><Relationship Type="http://schemas.openxmlformats.org/officeDocument/2006/relationships/notesSlide" Target="/ppt/notesSlides/notesSlide19.xml" Id="Rc8d65bd50e414c9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30cd46c4114be5" /><Relationship Type="http://schemas.openxmlformats.org/officeDocument/2006/relationships/image" Target="/ppt/media/image102.png" Id="R23908607cf174dc9" /><Relationship Type="http://schemas.openxmlformats.org/officeDocument/2006/relationships/image" Target="/ppt/media/image102.svg" Id="Re85f283e763c41a1" /><Relationship Type="http://schemas.openxmlformats.org/officeDocument/2006/relationships/image" Target="/ppt/media/image103.png" Id="R188bb3bc7c0e4247" /><Relationship Type="http://schemas.openxmlformats.org/officeDocument/2006/relationships/image" Target="/ppt/media/image103.svg" Id="R21124475a00b4810" /><Relationship Type="http://schemas.openxmlformats.org/officeDocument/2006/relationships/image" Target="/ppt/media/image104.png" Id="R2cd33deebef64d68" /><Relationship Type="http://schemas.openxmlformats.org/officeDocument/2006/relationships/image" Target="/ppt/media/image104.svg" Id="Rb18fee113f5a49a5" /><Relationship Type="http://schemas.openxmlformats.org/officeDocument/2006/relationships/image" Target="/ppt/media/image105.png" Id="R13fb16d01f5f400b" /><Relationship Type="http://schemas.openxmlformats.org/officeDocument/2006/relationships/image" Target="/ppt/media/image105.svg" Id="Rc92ad220e5a745df" /><Relationship Type="http://schemas.openxmlformats.org/officeDocument/2006/relationships/image" Target="/ppt/media/image15.jpeg" Id="Rc7a97c37621541ac" /><Relationship Type="http://schemas.openxmlformats.org/officeDocument/2006/relationships/image" Target="/ppt/media/image106.png" Id="Re59576b3b4c148d5" /><Relationship Type="http://schemas.openxmlformats.org/officeDocument/2006/relationships/image" Target="/ppt/media/image106.svg" Id="Rd4a28b8e8efb49f2" /><Relationship Type="http://schemas.openxmlformats.org/officeDocument/2006/relationships/image" Target="/ppt/media/image107.png" Id="Rb35b5b3b68dc40cd" /><Relationship Type="http://schemas.openxmlformats.org/officeDocument/2006/relationships/image" Target="/ppt/media/image107.svg" Id="Rfbc6830c0d2a4ca3" /><Relationship Type="http://schemas.openxmlformats.org/officeDocument/2006/relationships/notesSlide" Target="/ppt/notesSlides/notesSlide20.xml" Id="R841c9ce6e9c04ef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8f7b044a144d77" /><Relationship Type="http://schemas.openxmlformats.org/officeDocument/2006/relationships/image" Target="/ppt/media/image108.png" Id="Rb528b6b7c547421d" /><Relationship Type="http://schemas.openxmlformats.org/officeDocument/2006/relationships/image" Target="/ppt/media/image108.svg" Id="R5fbcebdb320840ab" /><Relationship Type="http://schemas.openxmlformats.org/officeDocument/2006/relationships/image" Target="/ppt/media/image109.png" Id="R45b6c6fb21b049ab" /><Relationship Type="http://schemas.openxmlformats.org/officeDocument/2006/relationships/image" Target="/ppt/media/image109.svg" Id="R217ff01abd314e77" /><Relationship Type="http://schemas.openxmlformats.org/officeDocument/2006/relationships/image" Target="/ppt/media/image110.png" Id="R83acc36b47674136" /><Relationship Type="http://schemas.openxmlformats.org/officeDocument/2006/relationships/image" Target="/ppt/media/image110.svg" Id="R70c80b6b7dde4dfb" /><Relationship Type="http://schemas.openxmlformats.org/officeDocument/2006/relationships/image" Target="/ppt/media/image111.png" Id="R64feff420a1f4ceb" /><Relationship Type="http://schemas.openxmlformats.org/officeDocument/2006/relationships/image" Target="/ppt/media/image111.svg" Id="Rc0b02a42627649f7" /><Relationship Type="http://schemas.openxmlformats.org/officeDocument/2006/relationships/image" Target="/ppt/media/image112.png" Id="R18e2af6d6ce44a98" /><Relationship Type="http://schemas.openxmlformats.org/officeDocument/2006/relationships/image" Target="/ppt/media/image112.svg" Id="R4cffc38101064e62" /><Relationship Type="http://schemas.openxmlformats.org/officeDocument/2006/relationships/image" Target="/ppt/media/image16.jpeg" Id="Rf907e1ebe0ab48e3" /><Relationship Type="http://schemas.openxmlformats.org/officeDocument/2006/relationships/image" Target="/ppt/media/image113.png" Id="Rf5a1a4b176ea417f" /><Relationship Type="http://schemas.openxmlformats.org/officeDocument/2006/relationships/image" Target="/ppt/media/image113.svg" Id="R02c57e94564641b0" /><Relationship Type="http://schemas.openxmlformats.org/officeDocument/2006/relationships/image" Target="/ppt/media/image114.png" Id="R1681f57170c24949" /><Relationship Type="http://schemas.openxmlformats.org/officeDocument/2006/relationships/image" Target="/ppt/media/image114.svg" Id="Re6d9533631b44151" /><Relationship Type="http://schemas.openxmlformats.org/officeDocument/2006/relationships/notesSlide" Target="/ppt/notesSlides/notesSlide21.xml" Id="R273c62d3e2a04b9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c55993fd2245dd" /><Relationship Type="http://schemas.openxmlformats.org/officeDocument/2006/relationships/image" Target="/ppt/media/image115.png" Id="R86158d2eb355406f" /><Relationship Type="http://schemas.openxmlformats.org/officeDocument/2006/relationships/image" Target="/ppt/media/image115.svg" Id="R568dcf5ef3c745c5" /><Relationship Type="http://schemas.openxmlformats.org/officeDocument/2006/relationships/image" Target="/ppt/media/image116.png" Id="Re32fa730b9b64646" /><Relationship Type="http://schemas.openxmlformats.org/officeDocument/2006/relationships/image" Target="/ppt/media/image116.svg" Id="R29448b23401a4284" /><Relationship Type="http://schemas.openxmlformats.org/officeDocument/2006/relationships/image" Target="/ppt/media/image117.png" Id="R8623d12baa694035" /><Relationship Type="http://schemas.openxmlformats.org/officeDocument/2006/relationships/image" Target="/ppt/media/image117.svg" Id="R014669de5e1e4d56" /><Relationship Type="http://schemas.openxmlformats.org/officeDocument/2006/relationships/image" Target="/ppt/media/image118.png" Id="Rb6bfea19b0114d71" /><Relationship Type="http://schemas.openxmlformats.org/officeDocument/2006/relationships/image" Target="/ppt/media/image118.svg" Id="R1af43d5ef86a471a" /><Relationship Type="http://schemas.openxmlformats.org/officeDocument/2006/relationships/image" Target="/ppt/media/image17.jpeg" Id="R55a08291ec4349fb" /><Relationship Type="http://schemas.openxmlformats.org/officeDocument/2006/relationships/image" Target="/ppt/media/image119.png" Id="R1aaa106aec7c4e67" /><Relationship Type="http://schemas.openxmlformats.org/officeDocument/2006/relationships/image" Target="/ppt/media/image119.svg" Id="R360c679d274c4399" /><Relationship Type="http://schemas.openxmlformats.org/officeDocument/2006/relationships/image" Target="/ppt/media/image120.png" Id="R548b961cad104cf1" /><Relationship Type="http://schemas.openxmlformats.org/officeDocument/2006/relationships/image" Target="/ppt/media/image120.svg" Id="Rfc46606def264010" /><Relationship Type="http://schemas.openxmlformats.org/officeDocument/2006/relationships/notesSlide" Target="/ppt/notesSlides/notesSlide22.xml" Id="Rb3a41207f28c476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41c0f734d54c70" /><Relationship Type="http://schemas.openxmlformats.org/officeDocument/2006/relationships/image" Target="/ppt/media/image121.png" Id="Rfa7ebaf0e5cc47a8" /><Relationship Type="http://schemas.openxmlformats.org/officeDocument/2006/relationships/image" Target="/ppt/media/image121.svg" Id="R8b8ad1ad033f4eda" /><Relationship Type="http://schemas.openxmlformats.org/officeDocument/2006/relationships/image" Target="/ppt/media/image122.png" Id="Rb685551bea02472f" /><Relationship Type="http://schemas.openxmlformats.org/officeDocument/2006/relationships/image" Target="/ppt/media/image122.svg" Id="R8017ae94b60c4437" /><Relationship Type="http://schemas.openxmlformats.org/officeDocument/2006/relationships/image" Target="/ppt/media/image123.png" Id="R6ce26332f26b4d8c" /><Relationship Type="http://schemas.openxmlformats.org/officeDocument/2006/relationships/image" Target="/ppt/media/image123.svg" Id="Rb706db30be4a4356" /><Relationship Type="http://schemas.openxmlformats.org/officeDocument/2006/relationships/image" Target="/ppt/media/image124.png" Id="Rcd5fa4fa18f3448c" /><Relationship Type="http://schemas.openxmlformats.org/officeDocument/2006/relationships/image" Target="/ppt/media/image124.svg" Id="R3ad4d90225e846d2" /><Relationship Type="http://schemas.openxmlformats.org/officeDocument/2006/relationships/image" Target="/ppt/media/image125.png" Id="R433de71b087f41b1" /><Relationship Type="http://schemas.openxmlformats.org/officeDocument/2006/relationships/image" Target="/ppt/media/image125.svg" Id="R35c6ecb2ca6745cd" /><Relationship Type="http://schemas.openxmlformats.org/officeDocument/2006/relationships/image" Target="/ppt/media/image18.jpeg" Id="R19700dda60584d67" /><Relationship Type="http://schemas.openxmlformats.org/officeDocument/2006/relationships/image" Target="/ppt/media/image19.jpeg" Id="R6699de40dac54ef8" /><Relationship Type="http://schemas.openxmlformats.org/officeDocument/2006/relationships/image" Target="/ppt/media/image126.png" Id="Rb3f599e9edbe4599" /><Relationship Type="http://schemas.openxmlformats.org/officeDocument/2006/relationships/image" Target="/ppt/media/image126.svg" Id="Rb116b3433d314193" /><Relationship Type="http://schemas.openxmlformats.org/officeDocument/2006/relationships/image" Target="/ppt/media/image127.png" Id="R9b7c5a9476b843b4" /><Relationship Type="http://schemas.openxmlformats.org/officeDocument/2006/relationships/image" Target="/ppt/media/image127.svg" Id="R1881039023f94f78" /><Relationship Type="http://schemas.openxmlformats.org/officeDocument/2006/relationships/notesSlide" Target="/ppt/notesSlides/notesSlide23.xml" Id="R05fb1f0054244cd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5eb8938e8f4527" /><Relationship Type="http://schemas.openxmlformats.org/officeDocument/2006/relationships/image" Target="/ppt/media/image128.png" Id="R1c5fae4941fe4af0" /><Relationship Type="http://schemas.openxmlformats.org/officeDocument/2006/relationships/image" Target="/ppt/media/image128.svg" Id="R8f60118ce52f4f83" /><Relationship Type="http://schemas.openxmlformats.org/officeDocument/2006/relationships/image" Target="/ppt/media/image20.jpeg" Id="Red3e5d74124f48ab" /><Relationship Type="http://schemas.openxmlformats.org/officeDocument/2006/relationships/image" Target="/ppt/media/image129.png" Id="R3882c0fb301647c9" /><Relationship Type="http://schemas.openxmlformats.org/officeDocument/2006/relationships/image" Target="/ppt/media/image129.svg" Id="Rc8aea75adb7f4b03" /><Relationship Type="http://schemas.openxmlformats.org/officeDocument/2006/relationships/image" Target="/ppt/media/image130.png" Id="Ra6c7c97f01514514" /><Relationship Type="http://schemas.openxmlformats.org/officeDocument/2006/relationships/image" Target="/ppt/media/image130.svg" Id="Ra6da6d3da06341d1" /><Relationship Type="http://schemas.openxmlformats.org/officeDocument/2006/relationships/image" Target="/ppt/media/image131.png" Id="Refe30659c60744c0" /><Relationship Type="http://schemas.openxmlformats.org/officeDocument/2006/relationships/image" Target="/ppt/media/image131.svg" Id="R5ec163fe44c846b3" /><Relationship Type="http://schemas.openxmlformats.org/officeDocument/2006/relationships/hyperlink" Target="http://127.0.0.1:5185/login" TargetMode="External" Id="R3b9cbb49812f41e8" /><Relationship Type="http://schemas.openxmlformats.org/officeDocument/2006/relationships/notesSlide" Target="/ppt/notesSlides/notesSlide24.xml" Id="Rc3e5b16be5a4463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e270bb50974ea3" /><Relationship Type="http://schemas.openxmlformats.org/officeDocument/2006/relationships/image" Target="/ppt/media/image132.png" Id="R3cc4e83185b645ad" /><Relationship Type="http://schemas.openxmlformats.org/officeDocument/2006/relationships/image" Target="/ppt/media/image132.svg" Id="R5a85207732cc4360" /><Relationship Type="http://schemas.openxmlformats.org/officeDocument/2006/relationships/image" Target="/ppt/media/image133.png" Id="Rba5a6b1a683746ca" /><Relationship Type="http://schemas.openxmlformats.org/officeDocument/2006/relationships/image" Target="/ppt/media/image133.svg" Id="Rfaf18480f21e4641" /><Relationship Type="http://schemas.openxmlformats.org/officeDocument/2006/relationships/image" Target="/ppt/media/image134.png" Id="Rfaf536a8c4bc442d" /><Relationship Type="http://schemas.openxmlformats.org/officeDocument/2006/relationships/image" Target="/ppt/media/image134.svg" Id="R2006fb60f6e14e5c" /><Relationship Type="http://schemas.openxmlformats.org/officeDocument/2006/relationships/image" Target="/ppt/media/image21.jpeg" Id="R6c6c9bdc2c7e4953" /><Relationship Type="http://schemas.openxmlformats.org/officeDocument/2006/relationships/image" Target="/ppt/media/image135.png" Id="R4766b8307a8b4e3c" /><Relationship Type="http://schemas.openxmlformats.org/officeDocument/2006/relationships/image" Target="/ppt/media/image135.svg" Id="Rd89cd479063446fe" /><Relationship Type="http://schemas.openxmlformats.org/officeDocument/2006/relationships/image" Target="/ppt/media/image136.png" Id="R7239b5dbe4ec4e40" /><Relationship Type="http://schemas.openxmlformats.org/officeDocument/2006/relationships/image" Target="/ppt/media/image136.svg" Id="R1528b231fe874ce4" /><Relationship Type="http://schemas.openxmlformats.org/officeDocument/2006/relationships/notesSlide" Target="/ppt/notesSlides/notesSlide25.xml" Id="Ra3a0b7aabcea4a3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2d4f9024984225" /><Relationship Type="http://schemas.openxmlformats.org/officeDocument/2006/relationships/image" Target="/ppt/media/image137.png" Id="R6be6f661b806455f" /><Relationship Type="http://schemas.openxmlformats.org/officeDocument/2006/relationships/image" Target="/ppt/media/image137.svg" Id="Rd625f4b850cc4fc5" /><Relationship Type="http://schemas.openxmlformats.org/officeDocument/2006/relationships/image" Target="/ppt/media/image138.png" Id="R87d6661622264336" /><Relationship Type="http://schemas.openxmlformats.org/officeDocument/2006/relationships/image" Target="/ppt/media/image138.svg" Id="Ra7e4672585ab43b6" /><Relationship Type="http://schemas.openxmlformats.org/officeDocument/2006/relationships/image" Target="/ppt/media/image139.png" Id="R7a6ff782de484687" /><Relationship Type="http://schemas.openxmlformats.org/officeDocument/2006/relationships/image" Target="/ppt/media/image139.svg" Id="Rf20b15882edd4644" /><Relationship Type="http://schemas.openxmlformats.org/officeDocument/2006/relationships/image" Target="/ppt/media/image140.png" Id="R07d32d0c90564726" /><Relationship Type="http://schemas.openxmlformats.org/officeDocument/2006/relationships/image" Target="/ppt/media/image140.svg" Id="R679e0915359744fb" /><Relationship Type="http://schemas.openxmlformats.org/officeDocument/2006/relationships/image" Target="/ppt/media/image22.jpeg" Id="Rfdb10eacdfbe4be2" /><Relationship Type="http://schemas.openxmlformats.org/officeDocument/2006/relationships/image" Target="/ppt/media/image141.png" Id="R9bbb42a5ab554887" /><Relationship Type="http://schemas.openxmlformats.org/officeDocument/2006/relationships/image" Target="/ppt/media/image141.svg" Id="R563062ce34ab4504" /><Relationship Type="http://schemas.openxmlformats.org/officeDocument/2006/relationships/image" Target="/ppt/media/image142.png" Id="Re88b8a8af36d4bc4" /><Relationship Type="http://schemas.openxmlformats.org/officeDocument/2006/relationships/image" Target="/ppt/media/image142.svg" Id="Rc61fef22b7de451b" /><Relationship Type="http://schemas.openxmlformats.org/officeDocument/2006/relationships/notesSlide" Target="/ppt/notesSlides/notesSlide26.xml" Id="Racf9bc8718bd490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f984f1e6a14556" /><Relationship Type="http://schemas.openxmlformats.org/officeDocument/2006/relationships/image" Target="/ppt/media/image143.png" Id="R4a8b1d63a9ec49f8" /><Relationship Type="http://schemas.openxmlformats.org/officeDocument/2006/relationships/image" Target="/ppt/media/image143.svg" Id="Rff6c7eb2a04b441f" /><Relationship Type="http://schemas.openxmlformats.org/officeDocument/2006/relationships/image" Target="/ppt/media/image144.png" Id="R04501a1e183d4cee" /><Relationship Type="http://schemas.openxmlformats.org/officeDocument/2006/relationships/image" Target="/ppt/media/image144.svg" Id="Rc7c89011a3e94593" /><Relationship Type="http://schemas.openxmlformats.org/officeDocument/2006/relationships/image" Target="/ppt/media/image145.png" Id="Rbc6d1de470bf4bf1" /><Relationship Type="http://schemas.openxmlformats.org/officeDocument/2006/relationships/image" Target="/ppt/media/image145.svg" Id="Rd83b1279bdf9407b" /><Relationship Type="http://schemas.openxmlformats.org/officeDocument/2006/relationships/image" Target="/ppt/media/image146.png" Id="R417afdacf0a64052" /><Relationship Type="http://schemas.openxmlformats.org/officeDocument/2006/relationships/image" Target="/ppt/media/image146.svg" Id="R2ec45a216ce34083" /><Relationship Type="http://schemas.openxmlformats.org/officeDocument/2006/relationships/image" Target="/ppt/media/image23.jpeg" Id="R830284d6c69042e6" /><Relationship Type="http://schemas.openxmlformats.org/officeDocument/2006/relationships/image" Target="/ppt/media/image147.png" Id="Rd72024d982e140bb" /><Relationship Type="http://schemas.openxmlformats.org/officeDocument/2006/relationships/image" Target="/ppt/media/image147.svg" Id="R1d904f34b8f14887" /><Relationship Type="http://schemas.openxmlformats.org/officeDocument/2006/relationships/image" Target="/ppt/media/image148.png" Id="R5b456e6168544512" /><Relationship Type="http://schemas.openxmlformats.org/officeDocument/2006/relationships/image" Target="/ppt/media/image148.svg" Id="Rea016909d00947a4" /><Relationship Type="http://schemas.openxmlformats.org/officeDocument/2006/relationships/notesSlide" Target="/ppt/notesSlides/notesSlide27.xml" Id="R5cef9e572b424a2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210862441244c6" /><Relationship Type="http://schemas.openxmlformats.org/officeDocument/2006/relationships/image" Target="/ppt/media/image149.png" Id="R126b9bb224c94270" /><Relationship Type="http://schemas.openxmlformats.org/officeDocument/2006/relationships/image" Target="/ppt/media/image149.svg" Id="R31bb6e0c87dc4628" /><Relationship Type="http://schemas.openxmlformats.org/officeDocument/2006/relationships/image" Target="/ppt/media/image150.png" Id="Rb67c2b52ab51473a" /><Relationship Type="http://schemas.openxmlformats.org/officeDocument/2006/relationships/image" Target="/ppt/media/image150.svg" Id="R90c0cb3722bb4dc0" /><Relationship Type="http://schemas.openxmlformats.org/officeDocument/2006/relationships/image" Target="/ppt/media/image151.png" Id="R67a0826573f6491d" /><Relationship Type="http://schemas.openxmlformats.org/officeDocument/2006/relationships/image" Target="/ppt/media/image151.svg" Id="Rc6995a250faa45fb" /><Relationship Type="http://schemas.openxmlformats.org/officeDocument/2006/relationships/image" Target="/ppt/media/image152.png" Id="R29bdf4626df4450d" /><Relationship Type="http://schemas.openxmlformats.org/officeDocument/2006/relationships/image" Target="/ppt/media/image152.svg" Id="Reb2b24d9171e43cb" /><Relationship Type="http://schemas.openxmlformats.org/officeDocument/2006/relationships/image" Target="/ppt/media/image153.png" Id="Rf8507adb74714e2a" /><Relationship Type="http://schemas.openxmlformats.org/officeDocument/2006/relationships/image" Target="/ppt/media/image153.svg" Id="R3903b074d3e34291" /><Relationship Type="http://schemas.openxmlformats.org/officeDocument/2006/relationships/image" Target="/ppt/media/image154.png" Id="Ra888b108010e4d64" /><Relationship Type="http://schemas.openxmlformats.org/officeDocument/2006/relationships/image" Target="/ppt/media/image154.svg" Id="R6614b291ccb04510" /><Relationship Type="http://schemas.openxmlformats.org/officeDocument/2006/relationships/image" Target="/ppt/media/image155.png" Id="Rf7ca124137a44b6d" /><Relationship Type="http://schemas.openxmlformats.org/officeDocument/2006/relationships/image" Target="/ppt/media/image155.svg" Id="Rf5665dce5d494934" /><Relationship Type="http://schemas.openxmlformats.org/officeDocument/2006/relationships/image" Target="/ppt/media/image156.png" Id="R6dab6be1628b4b8e" /><Relationship Type="http://schemas.openxmlformats.org/officeDocument/2006/relationships/image" Target="/ppt/media/image156.svg" Id="R7b89f540524342e1" /><Relationship Type="http://schemas.openxmlformats.org/officeDocument/2006/relationships/image" Target="/ppt/media/image157.png" Id="R46f8d6ac4dd34757" /><Relationship Type="http://schemas.openxmlformats.org/officeDocument/2006/relationships/image" Target="/ppt/media/image157.svg" Id="R7549a4b84f2a41a3" /><Relationship Type="http://schemas.openxmlformats.org/officeDocument/2006/relationships/image" Target="/ppt/media/image158.png" Id="R0ca03707a3e1481a" /><Relationship Type="http://schemas.openxmlformats.org/officeDocument/2006/relationships/image" Target="/ppt/media/image158.svg" Id="Rcdc37bb038c54582" /><Relationship Type="http://schemas.openxmlformats.org/officeDocument/2006/relationships/image" Target="/ppt/media/image159.png" Id="R63ea17699feb4a3c" /><Relationship Type="http://schemas.openxmlformats.org/officeDocument/2006/relationships/image" Target="/ppt/media/image159.svg" Id="R43723b9372904c1e" /><Relationship Type="http://schemas.openxmlformats.org/officeDocument/2006/relationships/image" Target="/ppt/media/image160.png" Id="Ra844b96283d140bd" /><Relationship Type="http://schemas.openxmlformats.org/officeDocument/2006/relationships/image" Target="/ppt/media/image160.svg" Id="R43343e213c944ea0" /><Relationship Type="http://schemas.openxmlformats.org/officeDocument/2006/relationships/notesSlide" Target="/ppt/notesSlides/notesSlide28.xml" Id="R2622fe4109ef452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1e573241a8493e" /><Relationship Type="http://schemas.openxmlformats.org/officeDocument/2006/relationships/image" Target="/ppt/media/image161.png" Id="R38d8994831754573" /><Relationship Type="http://schemas.openxmlformats.org/officeDocument/2006/relationships/image" Target="/ppt/media/image161.svg" Id="R872459569ab240cc" /><Relationship Type="http://schemas.openxmlformats.org/officeDocument/2006/relationships/image" Target="/ppt/media/image162.png" Id="R4466e2d779e84ab7" /><Relationship Type="http://schemas.openxmlformats.org/officeDocument/2006/relationships/image" Target="/ppt/media/image162.svg" Id="Rf2fd7a2c92944a65" /><Relationship Type="http://schemas.openxmlformats.org/officeDocument/2006/relationships/image" Target="/ppt/media/image163.png" Id="R5453a5132cab4346" /><Relationship Type="http://schemas.openxmlformats.org/officeDocument/2006/relationships/image" Target="/ppt/media/image163.svg" Id="Rd88d96bd92634ea0" /><Relationship Type="http://schemas.openxmlformats.org/officeDocument/2006/relationships/image" Target="/ppt/media/image164.png" Id="R8f80dc7dd3804e7b" /><Relationship Type="http://schemas.openxmlformats.org/officeDocument/2006/relationships/image" Target="/ppt/media/image164.svg" Id="R2468471a2e3b44d6" /><Relationship Type="http://schemas.openxmlformats.org/officeDocument/2006/relationships/image" Target="/ppt/media/image165.png" Id="R574006aa00304381" /><Relationship Type="http://schemas.openxmlformats.org/officeDocument/2006/relationships/image" Target="/ppt/media/image165.svg" Id="Rda3b34a3879c4600" /><Relationship Type="http://schemas.openxmlformats.org/officeDocument/2006/relationships/image" Target="/ppt/media/image166.png" Id="R5a4028ad378d4304" /><Relationship Type="http://schemas.openxmlformats.org/officeDocument/2006/relationships/image" Target="/ppt/media/image166.svg" Id="Rb957e76ab2ff4f2c" /><Relationship Type="http://schemas.openxmlformats.org/officeDocument/2006/relationships/image" Target="/ppt/media/image167.png" Id="R411a584dd0684469" /><Relationship Type="http://schemas.openxmlformats.org/officeDocument/2006/relationships/image" Target="/ppt/media/image167.svg" Id="Rc329266208c74c17" /><Relationship Type="http://schemas.openxmlformats.org/officeDocument/2006/relationships/image" Target="/ppt/media/image168.png" Id="R2389c090d9254f64" /><Relationship Type="http://schemas.openxmlformats.org/officeDocument/2006/relationships/image" Target="/ppt/media/image168.svg" Id="Rba7b17b9bc1a4ed3" /><Relationship Type="http://schemas.openxmlformats.org/officeDocument/2006/relationships/image" Target="/ppt/media/image169.png" Id="Rd332c95c2ff74559" /><Relationship Type="http://schemas.openxmlformats.org/officeDocument/2006/relationships/image" Target="/ppt/media/image169.svg" Id="R759cd52099d8462d" /><Relationship Type="http://schemas.openxmlformats.org/officeDocument/2006/relationships/image" Target="/ppt/media/image170.png" Id="Rcacee4fbfb394d96" /><Relationship Type="http://schemas.openxmlformats.org/officeDocument/2006/relationships/image" Target="/ppt/media/image170.svg" Id="R33150f8ee7834eb5" /><Relationship Type="http://schemas.openxmlformats.org/officeDocument/2006/relationships/image" Target="/ppt/media/image171.png" Id="Rf4bdce73669c4995" /><Relationship Type="http://schemas.openxmlformats.org/officeDocument/2006/relationships/image" Target="/ppt/media/image171.svg" Id="Rfe22361812ba4863" /><Relationship Type="http://schemas.openxmlformats.org/officeDocument/2006/relationships/image" Target="/ppt/media/image172.png" Id="R05bbffe3759d4255" /><Relationship Type="http://schemas.openxmlformats.org/officeDocument/2006/relationships/image" Target="/ppt/media/image172.svg" Id="R4719d5a1865040ac" /><Relationship Type="http://schemas.openxmlformats.org/officeDocument/2006/relationships/notesSlide" Target="/ppt/notesSlides/notesSlide29.xml" Id="R63e57a581a204b0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510b69c08a46b5" /><Relationship Type="http://schemas.openxmlformats.org/officeDocument/2006/relationships/image" Target="/ppt/media/image173.png" Id="R07bdcf42b0d34fb1" /><Relationship Type="http://schemas.openxmlformats.org/officeDocument/2006/relationships/image" Target="/ppt/media/image173.svg" Id="R1a6b6cae53514a23" /><Relationship Type="http://schemas.openxmlformats.org/officeDocument/2006/relationships/image" Target="/ppt/media/image174.png" Id="Re531690ef3d440be" /><Relationship Type="http://schemas.openxmlformats.org/officeDocument/2006/relationships/image" Target="/ppt/media/image174.svg" Id="R3e14eafa4c224849" /><Relationship Type="http://schemas.openxmlformats.org/officeDocument/2006/relationships/image" Target="/ppt/media/image175.png" Id="R8241e81631154e3a" /><Relationship Type="http://schemas.openxmlformats.org/officeDocument/2006/relationships/image" Target="/ppt/media/image175.svg" Id="R2474466165c24088" /><Relationship Type="http://schemas.openxmlformats.org/officeDocument/2006/relationships/image" Target="/ppt/media/image176.png" Id="R309ab18632524bed" /><Relationship Type="http://schemas.openxmlformats.org/officeDocument/2006/relationships/image" Target="/ppt/media/image176.svg" Id="R716f313b8be949ed" /><Relationship Type="http://schemas.openxmlformats.org/officeDocument/2006/relationships/image" Target="/ppt/media/image177.png" Id="R684b9052702d4bed" /><Relationship Type="http://schemas.openxmlformats.org/officeDocument/2006/relationships/image" Target="/ppt/media/image177.svg" Id="R5719ac1019af4db7" /><Relationship Type="http://schemas.openxmlformats.org/officeDocument/2006/relationships/image" Target="/ppt/media/image178.png" Id="Reb6ef28e0a21400c" /><Relationship Type="http://schemas.openxmlformats.org/officeDocument/2006/relationships/image" Target="/ppt/media/image178.svg" Id="R9fa8ee5ec37d4659" /><Relationship Type="http://schemas.openxmlformats.org/officeDocument/2006/relationships/image" Target="/ppt/media/image179.png" Id="Rb0eb249994bf45ce" /><Relationship Type="http://schemas.openxmlformats.org/officeDocument/2006/relationships/image" Target="/ppt/media/image179.svg" Id="Rde75a5c775c342c2" /><Relationship Type="http://schemas.openxmlformats.org/officeDocument/2006/relationships/image" Target="/ppt/media/image180.png" Id="Rf3646e003002434a" /><Relationship Type="http://schemas.openxmlformats.org/officeDocument/2006/relationships/image" Target="/ppt/media/image180.svg" Id="R0c49ed9817b043c3" /><Relationship Type="http://schemas.openxmlformats.org/officeDocument/2006/relationships/image" Target="/ppt/media/image181.png" Id="R0cc2e4fa1bb74482" /><Relationship Type="http://schemas.openxmlformats.org/officeDocument/2006/relationships/image" Target="/ppt/media/image181.svg" Id="R44b100cf45bd4f12" /><Relationship Type="http://schemas.openxmlformats.org/officeDocument/2006/relationships/image" Target="/ppt/media/image182.png" Id="Red9a99ce8ce142ec" /><Relationship Type="http://schemas.openxmlformats.org/officeDocument/2006/relationships/image" Target="/ppt/media/image182.svg" Id="R7a293a87ece447d2" /><Relationship Type="http://schemas.openxmlformats.org/officeDocument/2006/relationships/image" Target="/ppt/media/image183.png" Id="R9cb7b639ffe142a9" /><Relationship Type="http://schemas.openxmlformats.org/officeDocument/2006/relationships/image" Target="/ppt/media/image183.svg" Id="R62a5f4ad973f4db4" /><Relationship Type="http://schemas.openxmlformats.org/officeDocument/2006/relationships/notesSlide" Target="/ppt/notesSlides/notesSlide30.xml" Id="R5e68e90b8fbd423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1a80c3e5444a87" /><Relationship Type="http://schemas.openxmlformats.org/officeDocument/2006/relationships/image" Target="/ppt/media/image184.png" Id="Ra668a46c290745bc" /><Relationship Type="http://schemas.openxmlformats.org/officeDocument/2006/relationships/image" Target="/ppt/media/image184.svg" Id="Ra2d3c0fc03ba4b43" /><Relationship Type="http://schemas.openxmlformats.org/officeDocument/2006/relationships/image" Target="/ppt/media/image24.jpeg" Id="R70a1db562f944823" /><Relationship Type="http://schemas.openxmlformats.org/officeDocument/2006/relationships/image" Target="/ppt/media/image185.png" Id="Rb3b9cfc4af9345ec" /><Relationship Type="http://schemas.openxmlformats.org/officeDocument/2006/relationships/image" Target="/ppt/media/image185.svg" Id="Rf4f0144509244019" /><Relationship Type="http://schemas.openxmlformats.org/officeDocument/2006/relationships/image" Target="/ppt/media/image186.png" Id="Ra9b916cb3157466d" /><Relationship Type="http://schemas.openxmlformats.org/officeDocument/2006/relationships/image" Target="/ppt/media/image186.svg" Id="R29e22be4a6804cc9" /><Relationship Type="http://schemas.openxmlformats.org/officeDocument/2006/relationships/image" Target="/ppt/media/image187.png" Id="R3b39c05ea95b462d" /><Relationship Type="http://schemas.openxmlformats.org/officeDocument/2006/relationships/image" Target="/ppt/media/image187.svg" Id="Radbd8a1d594a49fe" /><Relationship Type="http://schemas.openxmlformats.org/officeDocument/2006/relationships/hyperlink" Target="http://127.0.0.1:5186/" TargetMode="External" Id="R0cc9fe3da0d04398" /><Relationship Type="http://schemas.openxmlformats.org/officeDocument/2006/relationships/notesSlide" Target="/ppt/notesSlides/notesSlide31.xml" Id="Rf94b6183b20f40b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59fe7d83774626" /><Relationship Type="http://schemas.openxmlformats.org/officeDocument/2006/relationships/image" Target="/ppt/media/image188.png" Id="Rcf4e8cdf7535485c" /><Relationship Type="http://schemas.openxmlformats.org/officeDocument/2006/relationships/image" Target="/ppt/media/image188.svg" Id="Ra36a177acb7d4e04" /><Relationship Type="http://schemas.openxmlformats.org/officeDocument/2006/relationships/image" Target="/ppt/media/image189.png" Id="Rad81136489a24c41" /><Relationship Type="http://schemas.openxmlformats.org/officeDocument/2006/relationships/image" Target="/ppt/media/image189.svg" Id="R4a183a7049de4bd3" /><Relationship Type="http://schemas.openxmlformats.org/officeDocument/2006/relationships/image" Target="/ppt/media/image190.png" Id="R6ba29370b85c4130" /><Relationship Type="http://schemas.openxmlformats.org/officeDocument/2006/relationships/image" Target="/ppt/media/image190.svg" Id="Rccb1ab7e64214872" /><Relationship Type="http://schemas.openxmlformats.org/officeDocument/2006/relationships/image" Target="/ppt/media/image191.png" Id="R76c01063fb2746dc" /><Relationship Type="http://schemas.openxmlformats.org/officeDocument/2006/relationships/image" Target="/ppt/media/image191.svg" Id="R8d46e7726136412d" /><Relationship Type="http://schemas.openxmlformats.org/officeDocument/2006/relationships/image" Target="/ppt/media/image25.jpeg" Id="Rd1c4c400e6be4c63" /><Relationship Type="http://schemas.openxmlformats.org/officeDocument/2006/relationships/image" Target="/ppt/media/image192.png" Id="R13a7afc7da284c97" /><Relationship Type="http://schemas.openxmlformats.org/officeDocument/2006/relationships/image" Target="/ppt/media/image192.svg" Id="R2d892d03ac8c4a8d" /><Relationship Type="http://schemas.openxmlformats.org/officeDocument/2006/relationships/image" Target="/ppt/media/image193.png" Id="Rbe1e5083a7674127" /><Relationship Type="http://schemas.openxmlformats.org/officeDocument/2006/relationships/image" Target="/ppt/media/image193.svg" Id="R1c47e05f38f14781" /><Relationship Type="http://schemas.openxmlformats.org/officeDocument/2006/relationships/notesSlide" Target="/ppt/notesSlides/notesSlide32.xml" Id="Rd3566d0fcf43445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687cfe8b6b4b63" /><Relationship Type="http://schemas.openxmlformats.org/officeDocument/2006/relationships/image" Target="/ppt/media/image194.png" Id="R9a034bd38b9c4f53" /><Relationship Type="http://schemas.openxmlformats.org/officeDocument/2006/relationships/image" Target="/ppt/media/image194.svg" Id="Rc8d3714e926242a6" /><Relationship Type="http://schemas.openxmlformats.org/officeDocument/2006/relationships/image" Target="/ppt/media/image195.png" Id="R1cef4aab4d9b4ac1" /><Relationship Type="http://schemas.openxmlformats.org/officeDocument/2006/relationships/image" Target="/ppt/media/image195.svg" Id="R8380538d18a54ef0" /><Relationship Type="http://schemas.openxmlformats.org/officeDocument/2006/relationships/image" Target="/ppt/media/image196.png" Id="R32580d4a973a4403" /><Relationship Type="http://schemas.openxmlformats.org/officeDocument/2006/relationships/image" Target="/ppt/media/image196.svg" Id="R6203171e2fd9415e" /><Relationship Type="http://schemas.openxmlformats.org/officeDocument/2006/relationships/image" Target="/ppt/media/image197.png" Id="R776e565c18304f92" /><Relationship Type="http://schemas.openxmlformats.org/officeDocument/2006/relationships/image" Target="/ppt/media/image197.svg" Id="R67f1e54ee79a4700" /><Relationship Type="http://schemas.openxmlformats.org/officeDocument/2006/relationships/image" Target="/ppt/media/image198.png" Id="Rd17dcbeb73d04ace" /><Relationship Type="http://schemas.openxmlformats.org/officeDocument/2006/relationships/image" Target="/ppt/media/image198.svg" Id="Rab343aa19b0343ae" /><Relationship Type="http://schemas.openxmlformats.org/officeDocument/2006/relationships/image" Target="/ppt/media/image26.jpeg" Id="R0d45ea860ab44b42" /><Relationship Type="http://schemas.openxmlformats.org/officeDocument/2006/relationships/image" Target="/ppt/media/image199.png" Id="Rdf28fca12d72405d" /><Relationship Type="http://schemas.openxmlformats.org/officeDocument/2006/relationships/image" Target="/ppt/media/image199.svg" Id="Racfff6f6b0344d7b" /><Relationship Type="http://schemas.openxmlformats.org/officeDocument/2006/relationships/image" Target="/ppt/media/image200.png" Id="Ra0be64e136734170" /><Relationship Type="http://schemas.openxmlformats.org/officeDocument/2006/relationships/image" Target="/ppt/media/image200.svg" Id="R37eeeb46b555451c" /><Relationship Type="http://schemas.openxmlformats.org/officeDocument/2006/relationships/notesSlide" Target="/ppt/notesSlides/notesSlide33.xml" Id="R7d9ffa3f63634b5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4c76b139ba4178" /><Relationship Type="http://schemas.openxmlformats.org/officeDocument/2006/relationships/image" Target="/ppt/media/image201.png" Id="R08e7533c3de0416e" /><Relationship Type="http://schemas.openxmlformats.org/officeDocument/2006/relationships/image" Target="/ppt/media/image201.svg" Id="R88ff4c46aed64962" /><Relationship Type="http://schemas.openxmlformats.org/officeDocument/2006/relationships/image" Target="/ppt/media/image202.png" Id="R9aa480dc723d43ea" /><Relationship Type="http://schemas.openxmlformats.org/officeDocument/2006/relationships/image" Target="/ppt/media/image202.svg" Id="R0a1ff09c2b5548cb" /><Relationship Type="http://schemas.openxmlformats.org/officeDocument/2006/relationships/image" Target="/ppt/media/image203.png" Id="R1007d435188a4765" /><Relationship Type="http://schemas.openxmlformats.org/officeDocument/2006/relationships/image" Target="/ppt/media/image203.svg" Id="Rb7b650f00fcd4b28" /><Relationship Type="http://schemas.openxmlformats.org/officeDocument/2006/relationships/image" Target="/ppt/media/image204.png" Id="R6520a14b62e44364" /><Relationship Type="http://schemas.openxmlformats.org/officeDocument/2006/relationships/image" Target="/ppt/media/image204.svg" Id="R82d9ad6702654b3f" /><Relationship Type="http://schemas.openxmlformats.org/officeDocument/2006/relationships/image" Target="/ppt/media/image205.png" Id="Rab0ffa954ed44bb7" /><Relationship Type="http://schemas.openxmlformats.org/officeDocument/2006/relationships/image" Target="/ppt/media/image205.svg" Id="Rc63d4964691f484b" /><Relationship Type="http://schemas.openxmlformats.org/officeDocument/2006/relationships/image" Target="/ppt/media/image27.jpeg" Id="R5cd32f728dc74b7d" /><Relationship Type="http://schemas.openxmlformats.org/officeDocument/2006/relationships/image" Target="/ppt/media/image206.png" Id="R99c818f7f1e74a55" /><Relationship Type="http://schemas.openxmlformats.org/officeDocument/2006/relationships/image" Target="/ppt/media/image206.svg" Id="R2a0ac87d48924c1a" /><Relationship Type="http://schemas.openxmlformats.org/officeDocument/2006/relationships/image" Target="/ppt/media/image207.png" Id="Raee20f4fbf2649d3" /><Relationship Type="http://schemas.openxmlformats.org/officeDocument/2006/relationships/image" Target="/ppt/media/image207.svg" Id="R3dca88cfde8e460a" /><Relationship Type="http://schemas.openxmlformats.org/officeDocument/2006/relationships/notesSlide" Target="/ppt/notesSlides/notesSlide34.xml" Id="Rde338239351c421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f1b90502484101" /><Relationship Type="http://schemas.openxmlformats.org/officeDocument/2006/relationships/image" Target="/ppt/media/image208.png" Id="R1cad62d4e8eb4d11" /><Relationship Type="http://schemas.openxmlformats.org/officeDocument/2006/relationships/image" Target="/ppt/media/image208.svg" Id="Rda03ead21ede47d1" /><Relationship Type="http://schemas.openxmlformats.org/officeDocument/2006/relationships/image" Target="/ppt/media/image209.png" Id="R66b0e95d4f0b4bd3" /><Relationship Type="http://schemas.openxmlformats.org/officeDocument/2006/relationships/image" Target="/ppt/media/image209.svg" Id="R58df36b234e04ab5" /><Relationship Type="http://schemas.openxmlformats.org/officeDocument/2006/relationships/image" Target="/ppt/media/image210.png" Id="Ra328631df2a541a3" /><Relationship Type="http://schemas.openxmlformats.org/officeDocument/2006/relationships/image" Target="/ppt/media/image210.svg" Id="Ra2b0ab144ccf4ddc" /><Relationship Type="http://schemas.openxmlformats.org/officeDocument/2006/relationships/image" Target="/ppt/media/image211.png" Id="Rb7b4acd38c2845ef" /><Relationship Type="http://schemas.openxmlformats.org/officeDocument/2006/relationships/image" Target="/ppt/media/image211.svg" Id="R6bec443a319e4626" /><Relationship Type="http://schemas.openxmlformats.org/officeDocument/2006/relationships/image" Target="/ppt/media/image212.png" Id="Re0733d4daf8c4528" /><Relationship Type="http://schemas.openxmlformats.org/officeDocument/2006/relationships/image" Target="/ppt/media/image212.svg" Id="R0016c4e739d847c0" /><Relationship Type="http://schemas.openxmlformats.org/officeDocument/2006/relationships/image" Target="/ppt/media/image28.jpeg" Id="Rdc80bbaf85374088" /><Relationship Type="http://schemas.openxmlformats.org/officeDocument/2006/relationships/image" Target="/ppt/media/image213.png" Id="Rdfcc413119c54541" /><Relationship Type="http://schemas.openxmlformats.org/officeDocument/2006/relationships/image" Target="/ppt/media/image213.svg" Id="Rf4018b78a10349f0" /><Relationship Type="http://schemas.openxmlformats.org/officeDocument/2006/relationships/image" Target="/ppt/media/image214.png" Id="Re9a02344f1774624" /><Relationship Type="http://schemas.openxmlformats.org/officeDocument/2006/relationships/image" Target="/ppt/media/image214.svg" Id="R2d1056024d894c00" /><Relationship Type="http://schemas.openxmlformats.org/officeDocument/2006/relationships/notesSlide" Target="/ppt/notesSlides/notesSlide35.xml" Id="Rbcf1977b8e4941b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fd0d6543084414" /><Relationship Type="http://schemas.openxmlformats.org/officeDocument/2006/relationships/image" Target="/ppt/media/image215.png" Id="R19f8f2d3d7e44f58" /><Relationship Type="http://schemas.openxmlformats.org/officeDocument/2006/relationships/image" Target="/ppt/media/image215.svg" Id="R195d72cdcbc34958" /><Relationship Type="http://schemas.openxmlformats.org/officeDocument/2006/relationships/image" Target="/ppt/media/image216.png" Id="R41c0c1ff235449b2" /><Relationship Type="http://schemas.openxmlformats.org/officeDocument/2006/relationships/image" Target="/ppt/media/image216.svg" Id="Ra22805e6ac41490e" /><Relationship Type="http://schemas.openxmlformats.org/officeDocument/2006/relationships/image" Target="/ppt/media/image217.png" Id="R44d2da1e20e94621" /><Relationship Type="http://schemas.openxmlformats.org/officeDocument/2006/relationships/image" Target="/ppt/media/image217.svg" Id="Rab88faf9ec3b4003" /><Relationship Type="http://schemas.openxmlformats.org/officeDocument/2006/relationships/image" Target="/ppt/media/image218.png" Id="R5857dd0e96c9422f" /><Relationship Type="http://schemas.openxmlformats.org/officeDocument/2006/relationships/image" Target="/ppt/media/image218.svg" Id="R8406b36592fc4289" /><Relationship Type="http://schemas.openxmlformats.org/officeDocument/2006/relationships/image" Target="/ppt/media/image219.png" Id="Re86ae9e22fd34dab" /><Relationship Type="http://schemas.openxmlformats.org/officeDocument/2006/relationships/image" Target="/ppt/media/image219.svg" Id="R2b859df702674607" /><Relationship Type="http://schemas.openxmlformats.org/officeDocument/2006/relationships/image" Target="/ppt/media/image29.jpeg" Id="R712a26586f0e491b" /><Relationship Type="http://schemas.openxmlformats.org/officeDocument/2006/relationships/image" Target="/ppt/media/image220.png" Id="R1d06bc5cf27a4628" /><Relationship Type="http://schemas.openxmlformats.org/officeDocument/2006/relationships/image" Target="/ppt/media/image220.svg" Id="R5bdfb2eadac84815" /><Relationship Type="http://schemas.openxmlformats.org/officeDocument/2006/relationships/image" Target="/ppt/media/image221.png" Id="Rae179ffa45b948d3" /><Relationship Type="http://schemas.openxmlformats.org/officeDocument/2006/relationships/image" Target="/ppt/media/image221.svg" Id="Rffe6be3151ec41a7" /><Relationship Type="http://schemas.openxmlformats.org/officeDocument/2006/relationships/notesSlide" Target="/ppt/notesSlides/notesSlide36.xml" Id="Re5e74f1235da4cf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2c305b939d41fa" /><Relationship Type="http://schemas.openxmlformats.org/officeDocument/2006/relationships/image" Target="/ppt/media/image222.png" Id="R00023c6df8d940df" /><Relationship Type="http://schemas.openxmlformats.org/officeDocument/2006/relationships/image" Target="/ppt/media/image222.svg" Id="Rcad2d734d5634705" /><Relationship Type="http://schemas.openxmlformats.org/officeDocument/2006/relationships/image" Target="/ppt/media/image30.jpeg" Id="R659789b0de6e462b" /><Relationship Type="http://schemas.openxmlformats.org/officeDocument/2006/relationships/image" Target="/ppt/media/image223.png" Id="R6ed7ad9a5ba84983" /><Relationship Type="http://schemas.openxmlformats.org/officeDocument/2006/relationships/image" Target="/ppt/media/image223.svg" Id="R45fc18c4143a4b1b" /><Relationship Type="http://schemas.openxmlformats.org/officeDocument/2006/relationships/image" Target="/ppt/media/image224.png" Id="R08b415f3bde1426e" /><Relationship Type="http://schemas.openxmlformats.org/officeDocument/2006/relationships/image" Target="/ppt/media/image224.svg" Id="Rdf6b8ac3b8d04318" /><Relationship Type="http://schemas.openxmlformats.org/officeDocument/2006/relationships/image" Target="/ppt/media/image225.png" Id="R05164b91927a46f3" /><Relationship Type="http://schemas.openxmlformats.org/officeDocument/2006/relationships/image" Target="/ppt/media/image225.svg" Id="R83a543346f2b4311" /><Relationship Type="http://schemas.openxmlformats.org/officeDocument/2006/relationships/hyperlink" Target="http://127.0.0.1:5187/chat-test/" TargetMode="External" Id="R672a1ca8c9b143b5" /><Relationship Type="http://schemas.openxmlformats.org/officeDocument/2006/relationships/notesSlide" Target="/ppt/notesSlides/notesSlide37.xml" Id="Rec91b728c3544d8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9527d4906a4e20" /><Relationship Type="http://schemas.openxmlformats.org/officeDocument/2006/relationships/image" Target="/ppt/media/image226.png" Id="Rc6885296a87d4e90" /><Relationship Type="http://schemas.openxmlformats.org/officeDocument/2006/relationships/image" Target="/ppt/media/image226.svg" Id="R32a83316d40f415c" /><Relationship Type="http://schemas.openxmlformats.org/officeDocument/2006/relationships/image" Target="/ppt/media/image227.png" Id="Rbc112c8214f24c4b" /><Relationship Type="http://schemas.openxmlformats.org/officeDocument/2006/relationships/image" Target="/ppt/media/image227.svg" Id="Reffa5a9a70ef4db3" /><Relationship Type="http://schemas.openxmlformats.org/officeDocument/2006/relationships/image" Target="/ppt/media/image228.png" Id="Rf3e4aa1885624441" /><Relationship Type="http://schemas.openxmlformats.org/officeDocument/2006/relationships/image" Target="/ppt/media/image228.svg" Id="R222ce837e0374ae4" /><Relationship Type="http://schemas.openxmlformats.org/officeDocument/2006/relationships/image" Target="/ppt/media/image229.png" Id="R5a36a1b3516f416b" /><Relationship Type="http://schemas.openxmlformats.org/officeDocument/2006/relationships/image" Target="/ppt/media/image229.svg" Id="R6f1d8ac1109c400c" /><Relationship Type="http://schemas.openxmlformats.org/officeDocument/2006/relationships/image" Target="/ppt/media/image31.jpeg" Id="R344543d94fe3455a" /><Relationship Type="http://schemas.openxmlformats.org/officeDocument/2006/relationships/image" Target="/ppt/media/image32.jpeg" Id="R83aab01feedd4e78" /><Relationship Type="http://schemas.openxmlformats.org/officeDocument/2006/relationships/image" Target="/ppt/media/image230.png" Id="Rb0b7df2152264a50" /><Relationship Type="http://schemas.openxmlformats.org/officeDocument/2006/relationships/image" Target="/ppt/media/image230.svg" Id="R249e5400584240dd" /><Relationship Type="http://schemas.openxmlformats.org/officeDocument/2006/relationships/image" Target="/ppt/media/image231.png" Id="R05cb1d93663d48f4" /><Relationship Type="http://schemas.openxmlformats.org/officeDocument/2006/relationships/image" Target="/ppt/media/image231.svg" Id="Rf81af8f29d1a4cce" /><Relationship Type="http://schemas.openxmlformats.org/officeDocument/2006/relationships/image" Target="/ppt/media/image232.png" Id="Rfddffe16eb3e4a52" /><Relationship Type="http://schemas.openxmlformats.org/officeDocument/2006/relationships/image" Target="/ppt/media/image232.svg" Id="R81472816fd2348b3" /><Relationship Type="http://schemas.openxmlformats.org/officeDocument/2006/relationships/notesSlide" Target="/ppt/notesSlides/notesSlide38.xml" Id="Rbe3390a65eb44b5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5c88fc7f1f495c" /><Relationship Type="http://schemas.openxmlformats.org/officeDocument/2006/relationships/image" Target="/ppt/media/image233.png" Id="Rf0faee69e7aa4cce" /><Relationship Type="http://schemas.openxmlformats.org/officeDocument/2006/relationships/image" Target="/ppt/media/image233.svg" Id="R7ef7e67c0fb14487" /><Relationship Type="http://schemas.openxmlformats.org/officeDocument/2006/relationships/image" Target="/ppt/media/image234.png" Id="R5068d1f7214a4b57" /><Relationship Type="http://schemas.openxmlformats.org/officeDocument/2006/relationships/image" Target="/ppt/media/image234.svg" Id="Ra05807e6d6f9457f" /><Relationship Type="http://schemas.openxmlformats.org/officeDocument/2006/relationships/image" Target="/ppt/media/image235.png" Id="Rd3bd490d9a3f4f7a" /><Relationship Type="http://schemas.openxmlformats.org/officeDocument/2006/relationships/image" Target="/ppt/media/image235.svg" Id="R7a28ca7bb8264c9c" /><Relationship Type="http://schemas.openxmlformats.org/officeDocument/2006/relationships/image" Target="/ppt/media/image33.jpeg" Id="R532e2347bb4b47b8" /><Relationship Type="http://schemas.openxmlformats.org/officeDocument/2006/relationships/image" Target="/ppt/media/image236.png" Id="R981ab6bf168f4790" /><Relationship Type="http://schemas.openxmlformats.org/officeDocument/2006/relationships/image" Target="/ppt/media/image236.svg" Id="R1e2fe3b36ef34b89" /><Relationship Type="http://schemas.openxmlformats.org/officeDocument/2006/relationships/image" Target="/ppt/media/image237.png" Id="Rbc277d591d204d49" /><Relationship Type="http://schemas.openxmlformats.org/officeDocument/2006/relationships/image" Target="/ppt/media/image237.svg" Id="R0a9e842f8297443a" /><Relationship Type="http://schemas.openxmlformats.org/officeDocument/2006/relationships/notesSlide" Target="/ppt/notesSlides/notesSlide39.xml" Id="R02120e21cdae467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4fe3a83f3d4c57" /><Relationship Type="http://schemas.openxmlformats.org/officeDocument/2006/relationships/image" Target="/ppt/media/image238.png" Id="Rf9822b150a954221" /><Relationship Type="http://schemas.openxmlformats.org/officeDocument/2006/relationships/image" Target="/ppt/media/image238.svg" Id="R784bf0ac747d4a25" /><Relationship Type="http://schemas.openxmlformats.org/officeDocument/2006/relationships/image" Target="/ppt/media/image239.png" Id="Rdd2ea56891be46e2" /><Relationship Type="http://schemas.openxmlformats.org/officeDocument/2006/relationships/image" Target="/ppt/media/image239.svg" Id="R4f44c57cac054d41" /><Relationship Type="http://schemas.openxmlformats.org/officeDocument/2006/relationships/image" Target="/ppt/media/image240.png" Id="Re672c9f28ad442f5" /><Relationship Type="http://schemas.openxmlformats.org/officeDocument/2006/relationships/image" Target="/ppt/media/image240.svg" Id="Ra6b01604976e4620" /><Relationship Type="http://schemas.openxmlformats.org/officeDocument/2006/relationships/image" Target="/ppt/media/image241.png" Id="R71ed1471d98b4ab8" /><Relationship Type="http://schemas.openxmlformats.org/officeDocument/2006/relationships/image" Target="/ppt/media/image241.svg" Id="R3af98a582d6546ff" /><Relationship Type="http://schemas.openxmlformats.org/officeDocument/2006/relationships/image" Target="/ppt/media/image34.jpeg" Id="R8c530bfbe421472e" /><Relationship Type="http://schemas.openxmlformats.org/officeDocument/2006/relationships/image" Target="/ppt/media/image35.jpeg" Id="R3f3ac5d21271401d" /><Relationship Type="http://schemas.openxmlformats.org/officeDocument/2006/relationships/image" Target="/ppt/media/image242.png" Id="Rac27e26795774601" /><Relationship Type="http://schemas.openxmlformats.org/officeDocument/2006/relationships/image" Target="/ppt/media/image242.svg" Id="Rf0ae35e3f46c4b62" /><Relationship Type="http://schemas.openxmlformats.org/officeDocument/2006/relationships/image" Target="/ppt/media/image243.png" Id="Rc88be34083b34f0e" /><Relationship Type="http://schemas.openxmlformats.org/officeDocument/2006/relationships/image" Target="/ppt/media/image243.svg" Id="R2800ab286db54ede" /><Relationship Type="http://schemas.openxmlformats.org/officeDocument/2006/relationships/image" Target="/ppt/media/image244.png" Id="Rdcd5ae6e6c7b4883" /><Relationship Type="http://schemas.openxmlformats.org/officeDocument/2006/relationships/image" Target="/ppt/media/image244.svg" Id="R0d65cfc0cc404124" /><Relationship Type="http://schemas.openxmlformats.org/officeDocument/2006/relationships/notesSlide" Target="/ppt/notesSlides/notesSlide40.xml" Id="R8667ad92a2b14bc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a686ee6b9c447b" /><Relationship Type="http://schemas.openxmlformats.org/officeDocument/2006/relationships/image" Target="/ppt/media/image245.png" Id="R481c191cbc5f48a3" /><Relationship Type="http://schemas.openxmlformats.org/officeDocument/2006/relationships/image" Target="/ppt/media/image245.svg" Id="Re80f8a2123004cb7" /><Relationship Type="http://schemas.openxmlformats.org/officeDocument/2006/relationships/image" Target="/ppt/media/image246.png" Id="R3abba17310384523" /><Relationship Type="http://schemas.openxmlformats.org/officeDocument/2006/relationships/image" Target="/ppt/media/image246.svg" Id="Rb6d2d7dce49e40f4" /><Relationship Type="http://schemas.openxmlformats.org/officeDocument/2006/relationships/image" Target="/ppt/media/image247.png" Id="R21b4e883cda844ae" /><Relationship Type="http://schemas.openxmlformats.org/officeDocument/2006/relationships/image" Target="/ppt/media/image247.svg" Id="R2d6761ed31d247c7" /><Relationship Type="http://schemas.openxmlformats.org/officeDocument/2006/relationships/image" Target="/ppt/media/image36.jpeg" Id="R009c833fe434461c" /><Relationship Type="http://schemas.openxmlformats.org/officeDocument/2006/relationships/image" Target="/ppt/media/image37.jpeg" Id="Re22575bfafd94274" /><Relationship Type="http://schemas.openxmlformats.org/officeDocument/2006/relationships/image" Target="/ppt/media/image248.png" Id="R2d7ca61da1e342db" /><Relationship Type="http://schemas.openxmlformats.org/officeDocument/2006/relationships/image" Target="/ppt/media/image248.svg" Id="R30dfbe61299a4f65" /><Relationship Type="http://schemas.openxmlformats.org/officeDocument/2006/relationships/image" Target="/ppt/media/image249.png" Id="Rd919dacd1b664074" /><Relationship Type="http://schemas.openxmlformats.org/officeDocument/2006/relationships/image" Target="/ppt/media/image249.svg" Id="Ra0a3f61003844056" /><Relationship Type="http://schemas.openxmlformats.org/officeDocument/2006/relationships/image" Target="/ppt/media/image250.png" Id="R5394e784160f4428" /><Relationship Type="http://schemas.openxmlformats.org/officeDocument/2006/relationships/image" Target="/ppt/media/image250.svg" Id="R4af544f43f15458d" /><Relationship Type="http://schemas.openxmlformats.org/officeDocument/2006/relationships/notesSlide" Target="/ppt/notesSlides/notesSlide41.xml" Id="R78437c7a6f8f4ce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525e0e346944c1" /><Relationship Type="http://schemas.openxmlformats.org/officeDocument/2006/relationships/image" Target="/ppt/media/image251.png" Id="R38546bfa7b4d401d" /><Relationship Type="http://schemas.openxmlformats.org/officeDocument/2006/relationships/image" Target="/ppt/media/image251.svg" Id="Rd066d28ca8b34f55" /><Relationship Type="http://schemas.openxmlformats.org/officeDocument/2006/relationships/image" Target="/ppt/media/image252.png" Id="Rd5c2977daaec42b9" /><Relationship Type="http://schemas.openxmlformats.org/officeDocument/2006/relationships/image" Target="/ppt/media/image252.svg" Id="R7aeff80f9f214fb8" /><Relationship Type="http://schemas.openxmlformats.org/officeDocument/2006/relationships/image" Target="/ppt/media/image253.png" Id="Rf5ed004c471041c9" /><Relationship Type="http://schemas.openxmlformats.org/officeDocument/2006/relationships/image" Target="/ppt/media/image253.svg" Id="R7743f72b76754c33" /><Relationship Type="http://schemas.openxmlformats.org/officeDocument/2006/relationships/image" Target="/ppt/media/image38.jpeg" Id="R5c40a3de05294b81" /><Relationship Type="http://schemas.openxmlformats.org/officeDocument/2006/relationships/image" Target="/ppt/media/image39.jpeg" Id="R692c0681478f4f3a" /><Relationship Type="http://schemas.openxmlformats.org/officeDocument/2006/relationships/image" Target="/ppt/media/image254.png" Id="R95e9b7ec66fd4c5c" /><Relationship Type="http://schemas.openxmlformats.org/officeDocument/2006/relationships/image" Target="/ppt/media/image254.svg" Id="Ree5d9c37db084f62" /><Relationship Type="http://schemas.openxmlformats.org/officeDocument/2006/relationships/image" Target="/ppt/media/image255.png" Id="R705b7635185c4bf5" /><Relationship Type="http://schemas.openxmlformats.org/officeDocument/2006/relationships/image" Target="/ppt/media/image255.svg" Id="R93244d6b9be84a98" /><Relationship Type="http://schemas.openxmlformats.org/officeDocument/2006/relationships/image" Target="/ppt/media/image256.png" Id="Raefb6321f2d04772" /><Relationship Type="http://schemas.openxmlformats.org/officeDocument/2006/relationships/image" Target="/ppt/media/image256.svg" Id="R3990f72c63b1428a" /><Relationship Type="http://schemas.openxmlformats.org/officeDocument/2006/relationships/notesSlide" Target="/ppt/notesSlides/notesSlide42.xml" Id="R8983b349235a467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b4848326a44a9f" /><Relationship Type="http://schemas.openxmlformats.org/officeDocument/2006/relationships/image" Target="/ppt/media/image257.png" Id="R3c254a4f750345f0" /><Relationship Type="http://schemas.openxmlformats.org/officeDocument/2006/relationships/image" Target="/ppt/media/image257.svg" Id="Rfd21df49d7894905" /><Relationship Type="http://schemas.openxmlformats.org/officeDocument/2006/relationships/image" Target="/ppt/media/image258.png" Id="R461dd8d4bd3643b1" /><Relationship Type="http://schemas.openxmlformats.org/officeDocument/2006/relationships/image" Target="/ppt/media/image258.svg" Id="Rf85fbbe7c97f4bde" /><Relationship Type="http://schemas.openxmlformats.org/officeDocument/2006/relationships/image" Target="/ppt/media/image259.png" Id="R80a56d2478ea4679" /><Relationship Type="http://schemas.openxmlformats.org/officeDocument/2006/relationships/image" Target="/ppt/media/image259.svg" Id="R08674c0a7da24524" /><Relationship Type="http://schemas.openxmlformats.org/officeDocument/2006/relationships/image" Target="/ppt/media/image40.jpeg" Id="R702e52be0c444ca5" /><Relationship Type="http://schemas.openxmlformats.org/officeDocument/2006/relationships/image" Target="/ppt/media/image260.png" Id="Rd41cea18fee14e27" /><Relationship Type="http://schemas.openxmlformats.org/officeDocument/2006/relationships/image" Target="/ppt/media/image260.svg" Id="R08e48b4a46a64058" /><Relationship Type="http://schemas.openxmlformats.org/officeDocument/2006/relationships/image" Target="/ppt/media/image261.png" Id="R994a9bb25089442c" /><Relationship Type="http://schemas.openxmlformats.org/officeDocument/2006/relationships/image" Target="/ppt/media/image261.svg" Id="Re13559fc360c4b40" /><Relationship Type="http://schemas.openxmlformats.org/officeDocument/2006/relationships/notesSlide" Target="/ppt/notesSlides/notesSlide43.xml" Id="Rd76c457a1294462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0283f296e04c92" /><Relationship Type="http://schemas.openxmlformats.org/officeDocument/2006/relationships/image" Target="/ppt/media/image262.png" Id="R2aaa2733e2db4b5d" /><Relationship Type="http://schemas.openxmlformats.org/officeDocument/2006/relationships/image" Target="/ppt/media/image262.svg" Id="Rc26342709e4c49ef" /><Relationship Type="http://schemas.openxmlformats.org/officeDocument/2006/relationships/image" Target="/ppt/media/image263.png" Id="R23c0fea6599142e0" /><Relationship Type="http://schemas.openxmlformats.org/officeDocument/2006/relationships/image" Target="/ppt/media/image263.svg" Id="Rd90c740efc534cd0" /><Relationship Type="http://schemas.openxmlformats.org/officeDocument/2006/relationships/image" Target="/ppt/media/image264.png" Id="R12623b604cee440d" /><Relationship Type="http://schemas.openxmlformats.org/officeDocument/2006/relationships/image" Target="/ppt/media/image264.svg" Id="R018f6ddc88034394" /><Relationship Type="http://schemas.openxmlformats.org/officeDocument/2006/relationships/image" Target="/ppt/media/image41.jpeg" Id="Rfdabf7c4b2b24d62" /><Relationship Type="http://schemas.openxmlformats.org/officeDocument/2006/relationships/image" Target="/ppt/media/image42.jpeg" Id="R86166e12a6a0489c" /><Relationship Type="http://schemas.openxmlformats.org/officeDocument/2006/relationships/image" Target="/ppt/media/image265.png" Id="R80e08088c38f4ed3" /><Relationship Type="http://schemas.openxmlformats.org/officeDocument/2006/relationships/image" Target="/ppt/media/image265.svg" Id="R1d60910eae3c4b07" /><Relationship Type="http://schemas.openxmlformats.org/officeDocument/2006/relationships/image" Target="/ppt/media/image266.png" Id="Re2300fac5fd3497c" /><Relationship Type="http://schemas.openxmlformats.org/officeDocument/2006/relationships/image" Target="/ppt/media/image266.svg" Id="R4e05bba6a6194469" /><Relationship Type="http://schemas.openxmlformats.org/officeDocument/2006/relationships/image" Target="/ppt/media/image267.png" Id="Rbd753ffd14d34c34" /><Relationship Type="http://schemas.openxmlformats.org/officeDocument/2006/relationships/image" Target="/ppt/media/image267.svg" Id="Re37f5f45d7bd418a" /><Relationship Type="http://schemas.openxmlformats.org/officeDocument/2006/relationships/notesSlide" Target="/ppt/notesSlides/notesSlide44.xml" Id="R8653bf1cdd744cdc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602ee64c304109" /><Relationship Type="http://schemas.openxmlformats.org/officeDocument/2006/relationships/image" Target="/ppt/media/image268.png" Id="R704fb0b3fa04420b" /><Relationship Type="http://schemas.openxmlformats.org/officeDocument/2006/relationships/image" Target="/ppt/media/image268.svg" Id="Ra042d1d3f0ba4833" /><Relationship Type="http://schemas.openxmlformats.org/officeDocument/2006/relationships/image" Target="/ppt/media/image43.jpeg" Id="R9262a68ccb834168" /><Relationship Type="http://schemas.openxmlformats.org/officeDocument/2006/relationships/image" Target="/ppt/media/image269.png" Id="Rb7592532d7764a4d" /><Relationship Type="http://schemas.openxmlformats.org/officeDocument/2006/relationships/image" Target="/ppt/media/image269.svg" Id="R68bf853f2a5d4a06" /><Relationship Type="http://schemas.openxmlformats.org/officeDocument/2006/relationships/image" Target="/ppt/media/image270.png" Id="R60f889d685b94aa8" /><Relationship Type="http://schemas.openxmlformats.org/officeDocument/2006/relationships/image" Target="/ppt/media/image270.svg" Id="R9799728244d146c6" /><Relationship Type="http://schemas.openxmlformats.org/officeDocument/2006/relationships/image" Target="/ppt/media/image271.png" Id="R4ce0e1759bec41d4" /><Relationship Type="http://schemas.openxmlformats.org/officeDocument/2006/relationships/image" Target="/ppt/media/image271.svg" Id="R4e229640527342c2" /><Relationship Type="http://schemas.openxmlformats.org/officeDocument/2006/relationships/hyperlink" Target="http://127.0.0.1:5189/workbench" TargetMode="External" Id="R648e19225f1149d3" /><Relationship Type="http://schemas.openxmlformats.org/officeDocument/2006/relationships/notesSlide" Target="/ppt/notesSlides/notesSlide45.xml" Id="R37b31a4d86964e5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a98174c0c84dce" /><Relationship Type="http://schemas.openxmlformats.org/officeDocument/2006/relationships/image" Target="/ppt/media/image272.png" Id="R970acbe095574568" /><Relationship Type="http://schemas.openxmlformats.org/officeDocument/2006/relationships/image" Target="/ppt/media/image272.svg" Id="R67554a9812de422c" /><Relationship Type="http://schemas.openxmlformats.org/officeDocument/2006/relationships/image" Target="/ppt/media/image273.png" Id="R26477d8bbe0f4dda" /><Relationship Type="http://schemas.openxmlformats.org/officeDocument/2006/relationships/image" Target="/ppt/media/image273.svg" Id="Rd76fcd7c78a24f56" /><Relationship Type="http://schemas.openxmlformats.org/officeDocument/2006/relationships/image" Target="/ppt/media/image274.png" Id="Rca0b54bf41124983" /><Relationship Type="http://schemas.openxmlformats.org/officeDocument/2006/relationships/image" Target="/ppt/media/image274.svg" Id="R9a8d718b09d24383" /><Relationship Type="http://schemas.openxmlformats.org/officeDocument/2006/relationships/image" Target="/ppt/media/image44.jpeg" Id="R3074f9cf638d4337" /><Relationship Type="http://schemas.openxmlformats.org/officeDocument/2006/relationships/image" Target="/ppt/media/image275.png" Id="R209a81652cd94ce5" /><Relationship Type="http://schemas.openxmlformats.org/officeDocument/2006/relationships/image" Target="/ppt/media/image275.svg" Id="R3066fa2e98f643b3" /><Relationship Type="http://schemas.openxmlformats.org/officeDocument/2006/relationships/image" Target="/ppt/media/image276.png" Id="Rd4ab2110f0334be2" /><Relationship Type="http://schemas.openxmlformats.org/officeDocument/2006/relationships/image" Target="/ppt/media/image276.svg" Id="R3a8eb76993e04e2d" /><Relationship Type="http://schemas.openxmlformats.org/officeDocument/2006/relationships/notesSlide" Target="/ppt/notesSlides/notesSlide46.xml" Id="Ra4dca2d52846471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ade8b6232e4da4" /><Relationship Type="http://schemas.openxmlformats.org/officeDocument/2006/relationships/image" Target="/ppt/media/image277.png" Id="Rc6613585a3e74498" /><Relationship Type="http://schemas.openxmlformats.org/officeDocument/2006/relationships/image" Target="/ppt/media/image277.svg" Id="Rf9353ca249274967" /><Relationship Type="http://schemas.openxmlformats.org/officeDocument/2006/relationships/image" Target="/ppt/media/image278.png" Id="Rcab564f7e0f24f6c" /><Relationship Type="http://schemas.openxmlformats.org/officeDocument/2006/relationships/image" Target="/ppt/media/image278.svg" Id="R0a2e02a535b24dc9" /><Relationship Type="http://schemas.openxmlformats.org/officeDocument/2006/relationships/image" Target="/ppt/media/image279.png" Id="Ra9f67f5003d3471e" /><Relationship Type="http://schemas.openxmlformats.org/officeDocument/2006/relationships/image" Target="/ppt/media/image279.svg" Id="Re047e28a556243e6" /><Relationship Type="http://schemas.openxmlformats.org/officeDocument/2006/relationships/image" Target="/ppt/media/image280.png" Id="Raa81c276a3f54d1d" /><Relationship Type="http://schemas.openxmlformats.org/officeDocument/2006/relationships/image" Target="/ppt/media/image280.svg" Id="Rd021f3afb9d1487d" /><Relationship Type="http://schemas.openxmlformats.org/officeDocument/2006/relationships/image" Target="/ppt/media/image45.jpeg" Id="Ree74d68096054bf4" /><Relationship Type="http://schemas.openxmlformats.org/officeDocument/2006/relationships/image" Target="/ppt/media/image46.jpeg" Id="R9c094ddbb04d48d0" /><Relationship Type="http://schemas.openxmlformats.org/officeDocument/2006/relationships/image" Target="/ppt/media/image281.png" Id="R50281dc3f54f419c" /><Relationship Type="http://schemas.openxmlformats.org/officeDocument/2006/relationships/image" Target="/ppt/media/image281.svg" Id="Rdb0fa45747754c37" /><Relationship Type="http://schemas.openxmlformats.org/officeDocument/2006/relationships/image" Target="/ppt/media/image282.png" Id="R90e118b6cd4f468e" /><Relationship Type="http://schemas.openxmlformats.org/officeDocument/2006/relationships/image" Target="/ppt/media/image282.svg" Id="R55e77bf9f1204251" /><Relationship Type="http://schemas.openxmlformats.org/officeDocument/2006/relationships/notesSlide" Target="/ppt/notesSlides/notesSlide47.xml" Id="R607f393ac734472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81a3a8b5d549b0" /><Relationship Type="http://schemas.openxmlformats.org/officeDocument/2006/relationships/image" Target="/ppt/media/image283.png" Id="R7bbc1a47db424a9b" /><Relationship Type="http://schemas.openxmlformats.org/officeDocument/2006/relationships/image" Target="/ppt/media/image283.svg" Id="R8dfea1520f8842cd" /><Relationship Type="http://schemas.openxmlformats.org/officeDocument/2006/relationships/image" Target="/ppt/media/image284.png" Id="R11c2fa954ad0457e" /><Relationship Type="http://schemas.openxmlformats.org/officeDocument/2006/relationships/image" Target="/ppt/media/image284.svg" Id="Re97b802626d24843" /><Relationship Type="http://schemas.openxmlformats.org/officeDocument/2006/relationships/image" Target="/ppt/media/image285.png" Id="Ra50b021db4774559" /><Relationship Type="http://schemas.openxmlformats.org/officeDocument/2006/relationships/image" Target="/ppt/media/image285.svg" Id="Re2e48fe6b1934690" /><Relationship Type="http://schemas.openxmlformats.org/officeDocument/2006/relationships/image" Target="/ppt/media/image47.jpeg" Id="R004dd431139f48be" /><Relationship Type="http://schemas.openxmlformats.org/officeDocument/2006/relationships/image" Target="/ppt/media/image286.png" Id="R8a4589e3b2a54a9e" /><Relationship Type="http://schemas.openxmlformats.org/officeDocument/2006/relationships/image" Target="/ppt/media/image286.svg" Id="R3c3a3bf29a344f8e" /><Relationship Type="http://schemas.openxmlformats.org/officeDocument/2006/relationships/image" Target="/ppt/media/image287.png" Id="R887ee26ef95348c3" /><Relationship Type="http://schemas.openxmlformats.org/officeDocument/2006/relationships/image" Target="/ppt/media/image287.svg" Id="Rc5d3cb4423ee45b3" /><Relationship Type="http://schemas.openxmlformats.org/officeDocument/2006/relationships/notesSlide" Target="/ppt/notesSlides/notesSlide48.xml" Id="R266dce95db1e49e7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7428f02350473e" /><Relationship Type="http://schemas.openxmlformats.org/officeDocument/2006/relationships/image" Target="/ppt/media/image288.png" Id="Ref6fd1ac6c0b41a1" /><Relationship Type="http://schemas.openxmlformats.org/officeDocument/2006/relationships/image" Target="/ppt/media/image288.svg" Id="R3e8a7b22acf54c29" /><Relationship Type="http://schemas.openxmlformats.org/officeDocument/2006/relationships/image" Target="/ppt/media/image289.png" Id="R98d56c58173d4f10" /><Relationship Type="http://schemas.openxmlformats.org/officeDocument/2006/relationships/image" Target="/ppt/media/image289.svg" Id="R7e33dfbec5fa4a4e" /><Relationship Type="http://schemas.openxmlformats.org/officeDocument/2006/relationships/image" Target="/ppt/media/image290.png" Id="Ra12e8d0cc1fa4e8b" /><Relationship Type="http://schemas.openxmlformats.org/officeDocument/2006/relationships/image" Target="/ppt/media/image290.svg" Id="R51909a6229e44818" /><Relationship Type="http://schemas.openxmlformats.org/officeDocument/2006/relationships/image" Target="/ppt/media/image291.png" Id="R8ea9a083da9f4769" /><Relationship Type="http://schemas.openxmlformats.org/officeDocument/2006/relationships/image" Target="/ppt/media/image291.svg" Id="R6e045c763c784221" /><Relationship Type="http://schemas.openxmlformats.org/officeDocument/2006/relationships/image" Target="/ppt/media/image48.jpeg" Id="R204c1590869247b9" /><Relationship Type="http://schemas.openxmlformats.org/officeDocument/2006/relationships/image" Target="/ppt/media/image49.jpeg" Id="R665f7f4985f943ae" /><Relationship Type="http://schemas.openxmlformats.org/officeDocument/2006/relationships/image" Target="/ppt/media/image292.png" Id="R5f6e99df4f0d46e4" /><Relationship Type="http://schemas.openxmlformats.org/officeDocument/2006/relationships/image" Target="/ppt/media/image292.svg" Id="R3bee3d11920841ee" /><Relationship Type="http://schemas.openxmlformats.org/officeDocument/2006/relationships/image" Target="/ppt/media/image293.png" Id="R813e170380a0484e" /><Relationship Type="http://schemas.openxmlformats.org/officeDocument/2006/relationships/image" Target="/ppt/media/image293.svg" Id="R2af16517b4424d78" /><Relationship Type="http://schemas.openxmlformats.org/officeDocument/2006/relationships/notesSlide" Target="/ppt/notesSlides/notesSlide49.xml" Id="R5ae7aac20b9e4660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2285f100694025" /><Relationship Type="http://schemas.openxmlformats.org/officeDocument/2006/relationships/image" Target="/ppt/media/image294.png" Id="Rfc4c0397bbd7430c" /><Relationship Type="http://schemas.openxmlformats.org/officeDocument/2006/relationships/image" Target="/ppt/media/image294.svg" Id="Rd7c97e0e23f44cd1" /><Relationship Type="http://schemas.openxmlformats.org/officeDocument/2006/relationships/image" Target="/ppt/media/image295.png" Id="R9bdd9003f69e416e" /><Relationship Type="http://schemas.openxmlformats.org/officeDocument/2006/relationships/image" Target="/ppt/media/image295.svg" Id="Rc82d26e849124bea" /><Relationship Type="http://schemas.openxmlformats.org/officeDocument/2006/relationships/image" Target="/ppt/media/image296.png" Id="R043b435f731f417e" /><Relationship Type="http://schemas.openxmlformats.org/officeDocument/2006/relationships/image" Target="/ppt/media/image296.svg" Id="R69fdd2cc4416484d" /><Relationship Type="http://schemas.openxmlformats.org/officeDocument/2006/relationships/image" Target="/ppt/media/image297.png" Id="Rbe890b19274b4169" /><Relationship Type="http://schemas.openxmlformats.org/officeDocument/2006/relationships/image" Target="/ppt/media/image297.svg" Id="Rf5e5881595b14210" /><Relationship Type="http://schemas.openxmlformats.org/officeDocument/2006/relationships/image" Target="/ppt/media/image50.jpeg" Id="R97dd1a18be6941d0" /><Relationship Type="http://schemas.openxmlformats.org/officeDocument/2006/relationships/image" Target="/ppt/media/image51.jpeg" Id="R21aa0e02a5f8407d" /><Relationship Type="http://schemas.openxmlformats.org/officeDocument/2006/relationships/image" Target="/ppt/media/image298.png" Id="R854b336ecfcd4370" /><Relationship Type="http://schemas.openxmlformats.org/officeDocument/2006/relationships/image" Target="/ppt/media/image298.svg" Id="R18715f80c8d241cf" /><Relationship Type="http://schemas.openxmlformats.org/officeDocument/2006/relationships/image" Target="/ppt/media/image299.png" Id="Rce87ce089363465a" /><Relationship Type="http://schemas.openxmlformats.org/officeDocument/2006/relationships/image" Target="/ppt/media/image299.svg" Id="R60041e7bf2ec414d" /><Relationship Type="http://schemas.openxmlformats.org/officeDocument/2006/relationships/notesSlide" Target="/ppt/notesSlides/notesSlide50.xml" Id="Rdc24499fd3ec42ea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1b1d0015704c53" /><Relationship Type="http://schemas.openxmlformats.org/officeDocument/2006/relationships/image" Target="/ppt/media/image300.png" Id="R7c005a229aae486f" /><Relationship Type="http://schemas.openxmlformats.org/officeDocument/2006/relationships/image" Target="/ppt/media/image300.svg" Id="R6a536a2ee65e4f65" /><Relationship Type="http://schemas.openxmlformats.org/officeDocument/2006/relationships/image" Target="/ppt/media/image301.png" Id="R913b22d989464555" /><Relationship Type="http://schemas.openxmlformats.org/officeDocument/2006/relationships/image" Target="/ppt/media/image301.svg" Id="R54a39866999948ef" /><Relationship Type="http://schemas.openxmlformats.org/officeDocument/2006/relationships/image" Target="/ppt/media/image302.png" Id="R682c2663a4234a58" /><Relationship Type="http://schemas.openxmlformats.org/officeDocument/2006/relationships/image" Target="/ppt/media/image302.svg" Id="R41e6dae295bc427c" /><Relationship Type="http://schemas.openxmlformats.org/officeDocument/2006/relationships/image" Target="/ppt/media/image52.jpeg" Id="R7119cf3289fa429b" /><Relationship Type="http://schemas.openxmlformats.org/officeDocument/2006/relationships/image" Target="/ppt/media/image303.png" Id="R97b6d0e20e98440e" /><Relationship Type="http://schemas.openxmlformats.org/officeDocument/2006/relationships/image" Target="/ppt/media/image303.svg" Id="Rc83a151b2b014a6e" /><Relationship Type="http://schemas.openxmlformats.org/officeDocument/2006/relationships/image" Target="/ppt/media/image304.png" Id="R8b052f8cf80a4f91" /><Relationship Type="http://schemas.openxmlformats.org/officeDocument/2006/relationships/image" Target="/ppt/media/image304.svg" Id="R2c4feeca4e2f4857" /><Relationship Type="http://schemas.openxmlformats.org/officeDocument/2006/relationships/notesSlide" Target="/ppt/notesSlides/notesSlide51.xml" Id="Ra6ca5f8b3f8b4dca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6e181c3cab4de5" /><Relationship Type="http://schemas.openxmlformats.org/officeDocument/2006/relationships/image" Target="/ppt/media/image305.png" Id="Rfc52a687bd354755" /><Relationship Type="http://schemas.openxmlformats.org/officeDocument/2006/relationships/image" Target="/ppt/media/image305.svg" Id="R536c697ce0c44818" /><Relationship Type="http://schemas.openxmlformats.org/officeDocument/2006/relationships/image" Target="/ppt/media/image306.png" Id="R2ebec5bde4374dbe" /><Relationship Type="http://schemas.openxmlformats.org/officeDocument/2006/relationships/image" Target="/ppt/media/image306.svg" Id="Rd0ddf074c32c4456" /><Relationship Type="http://schemas.openxmlformats.org/officeDocument/2006/relationships/image" Target="/ppt/media/image307.png" Id="Rb0c6c8aefcba4c4f" /><Relationship Type="http://schemas.openxmlformats.org/officeDocument/2006/relationships/image" Target="/ppt/media/image307.svg" Id="Ra3abe8bbfa114600" /><Relationship Type="http://schemas.openxmlformats.org/officeDocument/2006/relationships/image" Target="/ppt/media/image53.jpeg" Id="R34c265cb49884590" /><Relationship Type="http://schemas.openxmlformats.org/officeDocument/2006/relationships/image" Target="/ppt/media/image308.png" Id="R8f288eb9ff6a49c7" /><Relationship Type="http://schemas.openxmlformats.org/officeDocument/2006/relationships/image" Target="/ppt/media/image308.svg" Id="R1b1fd8fb3b5c49d9" /><Relationship Type="http://schemas.openxmlformats.org/officeDocument/2006/relationships/image" Target="/ppt/media/image309.png" Id="R572ebf377e9a4741" /><Relationship Type="http://schemas.openxmlformats.org/officeDocument/2006/relationships/image" Target="/ppt/media/image309.svg" Id="R4b8869bed03e4776" /><Relationship Type="http://schemas.openxmlformats.org/officeDocument/2006/relationships/notesSlide" Target="/ppt/notesSlides/notesSlide52.xml" Id="Ra1063a6c2d2c45f8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d0c321d0d04769" /><Relationship Type="http://schemas.openxmlformats.org/officeDocument/2006/relationships/image" Target="/ppt/media/image310.png" Id="Rbf6e58c439554cf6" /><Relationship Type="http://schemas.openxmlformats.org/officeDocument/2006/relationships/image" Target="/ppt/media/image310.svg" Id="Rf4ea67c4f7844d0a" /><Relationship Type="http://schemas.openxmlformats.org/officeDocument/2006/relationships/image" Target="/ppt/media/image311.png" Id="R3527d3a88eb2471f" /><Relationship Type="http://schemas.openxmlformats.org/officeDocument/2006/relationships/image" Target="/ppt/media/image311.svg" Id="Rc939f0d27bc74971" /><Relationship Type="http://schemas.openxmlformats.org/officeDocument/2006/relationships/image" Target="/ppt/media/image312.png" Id="R1efb0ae5ec954c40" /><Relationship Type="http://schemas.openxmlformats.org/officeDocument/2006/relationships/image" Target="/ppt/media/image312.svg" Id="R895e3397c83f4b6e" /><Relationship Type="http://schemas.openxmlformats.org/officeDocument/2006/relationships/image" Target="/ppt/media/image313.png" Id="Rb16b9be159784082" /><Relationship Type="http://schemas.openxmlformats.org/officeDocument/2006/relationships/image" Target="/ppt/media/image313.svg" Id="R238b50aaad0c41c0" /><Relationship Type="http://schemas.openxmlformats.org/officeDocument/2006/relationships/image" Target="/ppt/media/image54.jpeg" Id="Rbca282cd79e045a1" /><Relationship Type="http://schemas.openxmlformats.org/officeDocument/2006/relationships/image" Target="/ppt/media/image314.png" Id="R95041e9ae48b4a10" /><Relationship Type="http://schemas.openxmlformats.org/officeDocument/2006/relationships/image" Target="/ppt/media/image314.svg" Id="R06b2340c99c448a0" /><Relationship Type="http://schemas.openxmlformats.org/officeDocument/2006/relationships/image" Target="/ppt/media/image315.png" Id="R44bef26edec04339" /><Relationship Type="http://schemas.openxmlformats.org/officeDocument/2006/relationships/image" Target="/ppt/media/image315.svg" Id="Racc3f133fd1c4af2" /><Relationship Type="http://schemas.openxmlformats.org/officeDocument/2006/relationships/notesSlide" Target="/ppt/notesSlides/notesSlide53.xml" Id="R93b347ee4c2d403d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f038e7f0f34981" /><Relationship Type="http://schemas.openxmlformats.org/officeDocument/2006/relationships/image" Target="/ppt/media/image316.png" Id="Rf42aec4f9c46475f" /><Relationship Type="http://schemas.openxmlformats.org/officeDocument/2006/relationships/image" Target="/ppt/media/image316.svg" Id="Rd40be0a84f5449a8" /><Relationship Type="http://schemas.openxmlformats.org/officeDocument/2006/relationships/image" Target="/ppt/media/image317.png" Id="R5e1d3358a7524935" /><Relationship Type="http://schemas.openxmlformats.org/officeDocument/2006/relationships/image" Target="/ppt/media/image317.svg" Id="R6bc0c70774e742bc" /><Relationship Type="http://schemas.openxmlformats.org/officeDocument/2006/relationships/image" Target="/ppt/media/image318.png" Id="R44326e2169444a71" /><Relationship Type="http://schemas.openxmlformats.org/officeDocument/2006/relationships/image" Target="/ppt/media/image318.svg" Id="Rb148b72072dd49e9" /><Relationship Type="http://schemas.openxmlformats.org/officeDocument/2006/relationships/image" Target="/ppt/media/image319.png" Id="R778e4a59dfb44199" /><Relationship Type="http://schemas.openxmlformats.org/officeDocument/2006/relationships/image" Target="/ppt/media/image319.svg" Id="R961065aa11234986" /><Relationship Type="http://schemas.openxmlformats.org/officeDocument/2006/relationships/image" Target="/ppt/media/image320.png" Id="R034015905dad4084" /><Relationship Type="http://schemas.openxmlformats.org/officeDocument/2006/relationships/image" Target="/ppt/media/image320.svg" Id="R0ff91f9ba033479c" /><Relationship Type="http://schemas.openxmlformats.org/officeDocument/2006/relationships/image" Target="/ppt/media/image321.png" Id="R27be37440a074f9e" /><Relationship Type="http://schemas.openxmlformats.org/officeDocument/2006/relationships/image" Target="/ppt/media/image321.svg" Id="R2ef3b01a2ac746a5" /><Relationship Type="http://schemas.openxmlformats.org/officeDocument/2006/relationships/image" Target="/ppt/media/image322.png" Id="R1146982565b346a7" /><Relationship Type="http://schemas.openxmlformats.org/officeDocument/2006/relationships/image" Target="/ppt/media/image322.svg" Id="R4a9457f1f7354077" /><Relationship Type="http://schemas.openxmlformats.org/officeDocument/2006/relationships/image" Target="/ppt/media/image323.png" Id="R0cf25b0f3da049e6" /><Relationship Type="http://schemas.openxmlformats.org/officeDocument/2006/relationships/image" Target="/ppt/media/image323.svg" Id="R21044574b394480e" /><Relationship Type="http://schemas.openxmlformats.org/officeDocument/2006/relationships/image" Target="/ppt/media/image324.png" Id="R7e8802b12b9447a5" /><Relationship Type="http://schemas.openxmlformats.org/officeDocument/2006/relationships/image" Target="/ppt/media/image324.svg" Id="R2973d3095f4d405f" /><Relationship Type="http://schemas.openxmlformats.org/officeDocument/2006/relationships/notesSlide" Target="/ppt/notesSlides/notesSlide54.xml" Id="Ref3691356c184352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b504c83a8b433a" /><Relationship Type="http://schemas.openxmlformats.org/officeDocument/2006/relationships/image" Target="/ppt/media/image325.png" Id="R1d58b4876e2141af" /><Relationship Type="http://schemas.openxmlformats.org/officeDocument/2006/relationships/image" Target="/ppt/media/image325.svg" Id="Rad77c96b690c4bbc" /><Relationship Type="http://schemas.openxmlformats.org/officeDocument/2006/relationships/image" Target="/ppt/media/image326.png" Id="Rbcbd173fc1aa49b6" /><Relationship Type="http://schemas.openxmlformats.org/officeDocument/2006/relationships/image" Target="/ppt/media/image326.svg" Id="Raa60fec6a7ee4aab" /><Relationship Type="http://schemas.openxmlformats.org/officeDocument/2006/relationships/image" Target="/ppt/media/image327.png" Id="Rfdf9d0e86a1944c6" /><Relationship Type="http://schemas.openxmlformats.org/officeDocument/2006/relationships/image" Target="/ppt/media/image327.svg" Id="Re51f86e05d9d443a" /><Relationship Type="http://schemas.openxmlformats.org/officeDocument/2006/relationships/image" Target="/ppt/media/image328.png" Id="R127308e6a9114188" /><Relationship Type="http://schemas.openxmlformats.org/officeDocument/2006/relationships/image" Target="/ppt/media/image328.svg" Id="R6a06928c13874711" /><Relationship Type="http://schemas.openxmlformats.org/officeDocument/2006/relationships/image" Target="/ppt/media/image329.png" Id="Re99347e9257740bd" /><Relationship Type="http://schemas.openxmlformats.org/officeDocument/2006/relationships/image" Target="/ppt/media/image329.svg" Id="Ree8738c862664c6c" /><Relationship Type="http://schemas.openxmlformats.org/officeDocument/2006/relationships/image" Target="/ppt/media/image330.png" Id="Rdc345b9275194a63" /><Relationship Type="http://schemas.openxmlformats.org/officeDocument/2006/relationships/image" Target="/ppt/media/image330.svg" Id="R3a6fa6fd58e64e24" /><Relationship Type="http://schemas.openxmlformats.org/officeDocument/2006/relationships/image" Target="/ppt/media/image331.png" Id="R7a2cf24a37154fbd" /><Relationship Type="http://schemas.openxmlformats.org/officeDocument/2006/relationships/image" Target="/ppt/media/image331.svg" Id="R20a45e6e1af84448" /><Relationship Type="http://schemas.openxmlformats.org/officeDocument/2006/relationships/image" Target="/ppt/media/image332.png" Id="Rbd6253ff4334406b" /><Relationship Type="http://schemas.openxmlformats.org/officeDocument/2006/relationships/image" Target="/ppt/media/image332.svg" Id="Rb689f60444e34cd3" /><Relationship Type="http://schemas.openxmlformats.org/officeDocument/2006/relationships/image" Target="/ppt/media/image333.png" Id="Ra6a5bce22a774e4b" /><Relationship Type="http://schemas.openxmlformats.org/officeDocument/2006/relationships/image" Target="/ppt/media/image333.svg" Id="R8d803e37222d4e06" /><Relationship Type="http://schemas.openxmlformats.org/officeDocument/2006/relationships/notesSlide" Target="/ppt/notesSlides/notesSlide55.xml" Id="Rd4ce565f119c4668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ea8c284aa245c4" /><Relationship Type="http://schemas.openxmlformats.org/officeDocument/2006/relationships/image" Target="/ppt/media/image334.png" Id="R17e43cda3ff74fa7" /><Relationship Type="http://schemas.openxmlformats.org/officeDocument/2006/relationships/image" Target="/ppt/media/image334.svg" Id="R737c0df983d64967" /><Relationship Type="http://schemas.openxmlformats.org/officeDocument/2006/relationships/image" Target="/ppt/media/image335.png" Id="R40df1454a1794a76" /><Relationship Type="http://schemas.openxmlformats.org/officeDocument/2006/relationships/image" Target="/ppt/media/image335.svg" Id="R3953fa810b014c1d" /><Relationship Type="http://schemas.openxmlformats.org/officeDocument/2006/relationships/image" Target="/ppt/media/image336.png" Id="R7035b4595a534ebc" /><Relationship Type="http://schemas.openxmlformats.org/officeDocument/2006/relationships/image" Target="/ppt/media/image336.svg" Id="Ra9d09136d8d54c99" /><Relationship Type="http://schemas.openxmlformats.org/officeDocument/2006/relationships/notesSlide" Target="/ppt/notesSlides/notesSlide56.xml" Id="R47a752070b3e40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8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">
            <a:extLst xmlns:a="http://schemas.openxmlformats.org/drawingml/2006/main">
              <a:ext uri="{FF2B5EF4-FFF2-40B4-BE49-F238E27FC236}">
                <a16:creationId xmlns:a16="http://schemas.microsoft.com/office/drawing/2014/main" id="{B7845EE6-DBCB-468B-BB27-E11B8A21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B5CEDB"/>
                </a:solidFill>
                <a:latin typeface="Malgun Gothic"/>
                <a:ea typeface="Malgun Gothic"/>
                <a:cs typeface="Malgun Gothic"/>
              </a:rPr>
              <a:t>FIELD GUIDE  /  2026.10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DFF88C8C-7438-4659-BE92-0B01A097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38CBB-DD43-4D28-9596-DC49FF62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064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5AC0F30-6BA1-4105-9182-2A8E4F6C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64B1619-9F3B-4687-81FB-3F84B9CF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80962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6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6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6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6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6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6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6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6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6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6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산업 솔루션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6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 매뉴얼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CC733BB-32DA-4EDA-869C-99966A68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90D5D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625" b="0">
                <a:solidFill>
                  <a:srgbClr val="90D5D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625" b="0">
                <a:solidFill>
                  <a:srgbClr val="90D5D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625" b="0">
                <a:solidFill>
                  <a:srgbClr val="90D5D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625" b="0">
                <a:solidFill>
                  <a:srgbClr val="90D5D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625" b="0">
                <a:solidFill>
                  <a:srgbClr val="90D5D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625" b="0">
                <a:solidFill>
                  <a:srgbClr val="90D5D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625" b="0">
                <a:solidFill>
                  <a:srgbClr val="90D5D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625" b="0">
                <a:solidFill>
                  <a:srgbClr val="90D5D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625" b="0">
                <a:solidFill>
                  <a:srgbClr val="90D5D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625" b="0">
                <a:solidFill>
                  <a:srgbClr val="90D5D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0">
                <a:solidFill>
                  <a:srgbClr val="90D5D0"/>
                </a:solidFill>
                <a:latin typeface="Malgun Gothic"/>
                <a:ea typeface="Malgun Gothic"/>
                <a:cs typeface="Malgun Gothic"/>
              </a:rPr>
              <a:t>실제 화면을 따라 배우는 41개 동작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A0148EC-29B4-4B33-8D29-A764343D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B5CEDB"/>
                </a:solidFill>
                <a:latin typeface="Malgun Gothic"/>
                <a:ea typeface="Malgun Gothic"/>
                <a:cs typeface="Malgun Gothic"/>
              </a:rPr>
              <a:t>7개 솔루션  ·  로컬 실습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1B254-815D-49A6-9379-F33FDEB2CB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3db07323a4159">
            <a:extLst>
              <a:ext uri="{96DAC541-7B7A-43D3-8B79-37D633B846F1}">
                <asvg:svgBlip xmlns:asvg="http://schemas.microsoft.com/office/drawing/2016/SVG/main" r:embed="R003d5384cda84e3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645795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A16F52E3-A2A7-4E7E-8C37-0C439645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62825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PLC Studio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A5ADBC-61A4-4E43-AD6E-16FD88FBD2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ea15bdcca4626">
            <a:extLst>
              <a:ext uri="{96DAC541-7B7A-43D3-8B79-37D633B846F1}">
                <asvg:svgBlip xmlns:asvg="http://schemas.microsoft.com/office/drawing/2016/SVG/main" r:embed="R8d7d183954004c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05100" y="645795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11" name="text-8">
            <a:extLst xmlns:a="http://schemas.openxmlformats.org/drawingml/2006/main">
              <a:ext uri="{FF2B5EF4-FFF2-40B4-BE49-F238E27FC236}">
                <a16:creationId xmlns:a16="http://schemas.microsoft.com/office/drawing/2014/main" id="{C77C51F7-E7E1-49AF-A646-164EF026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7362825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Gateway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5D526-3170-4B3B-AD3F-88F7F86F79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0ac59c125428a">
            <a:extLst>
              <a:ext uri="{96DAC541-7B7A-43D3-8B79-37D633B846F1}">
                <asvg:svgBlip xmlns:asvg="http://schemas.microsoft.com/office/drawing/2016/SVG/main" r:embed="R8faec66e43ac433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05350" y="645795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13" name="text-9">
            <a:extLst xmlns:a="http://schemas.openxmlformats.org/drawingml/2006/main">
              <a:ext uri="{FF2B5EF4-FFF2-40B4-BE49-F238E27FC236}">
                <a16:creationId xmlns:a16="http://schemas.microsoft.com/office/drawing/2014/main" id="{1E51C1BA-AF96-4CF0-929F-D7EBFE37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7362825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TwinForge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591018-60A4-46E6-833B-C64E0A3161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5590c25964ef6">
            <a:extLst>
              <a:ext uri="{96DAC541-7B7A-43D3-8B79-37D633B846F1}">
                <asvg:svgBlip xmlns:asvg="http://schemas.microsoft.com/office/drawing/2016/SVG/main" r:embed="Rb613dcf25eec4f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705600" y="645795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15" name="text-10">
            <a:extLst xmlns:a="http://schemas.openxmlformats.org/drawingml/2006/main">
              <a:ext uri="{FF2B5EF4-FFF2-40B4-BE49-F238E27FC236}">
                <a16:creationId xmlns:a16="http://schemas.microsoft.com/office/drawing/2014/main" id="{AD806837-9B8D-469D-BF66-05DFA6D7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362825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OEEAnalyzer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EC0739-A9E9-4158-B855-AFCA5AD6D4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1aeab33be43f0">
            <a:extLst>
              <a:ext uri="{96DAC541-7B7A-43D3-8B79-37D633B846F1}">
                <asvg:svgBlip xmlns:asvg="http://schemas.microsoft.com/office/drawing/2016/SVG/main" r:embed="Re02d5248fe7248f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05850" y="645795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17" name="text-11">
            <a:extLst xmlns:a="http://schemas.openxmlformats.org/drawingml/2006/main">
              <a:ext uri="{FF2B5EF4-FFF2-40B4-BE49-F238E27FC236}">
                <a16:creationId xmlns:a16="http://schemas.microsoft.com/office/drawing/2014/main" id="{FE70AE0E-DD7A-4DC5-80F3-6680C809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7362825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DataNexus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550F24-8848-4148-AD26-5D93265A75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051539924742a0">
            <a:extLst>
              <a:ext uri="{96DAC541-7B7A-43D3-8B79-37D633B846F1}">
                <asvg:svgBlip xmlns:asvg="http://schemas.microsoft.com/office/drawing/2016/SVG/main" r:embed="Rc23000db72c04a4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706100" y="645795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19" name="text-12">
            <a:extLst xmlns:a="http://schemas.openxmlformats.org/drawingml/2006/main">
              <a:ext uri="{FF2B5EF4-FFF2-40B4-BE49-F238E27FC236}">
                <a16:creationId xmlns:a16="http://schemas.microsoft.com/office/drawing/2014/main" id="{4A608AB1-D671-445E-8F4C-D12349B1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7362825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Assistant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BC3B92-5CDF-48F8-BE20-9BE950F960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a425a89174380">
            <a:extLst>
              <a:ext uri="{96DAC541-7B7A-43D3-8B79-37D633B846F1}">
                <asvg:svgBlip xmlns:asvg="http://schemas.microsoft.com/office/drawing/2016/SVG/main" r:embed="R55432e199bb04cb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706350" y="645795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21" name="text-13">
            <a:extLst xmlns:a="http://schemas.openxmlformats.org/drawingml/2006/main">
              <a:ext uri="{FF2B5EF4-FFF2-40B4-BE49-F238E27FC236}">
                <a16:creationId xmlns:a16="http://schemas.microsoft.com/office/drawing/2014/main" id="{8B6825C9-3770-4C39-B2FE-63C1FEB4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7362825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AssetHub</a:t>
            </a:r>
          </a:p>
        </p:txBody>
      </p:sp>
    </p:spTree>
    <p:extLst>
      <p:ext uri="{BB962C8B-B14F-4D97-AF65-F5344CB8AC3E}">
        <p14:creationId xmlns:p14="http://schemas.microsoft.com/office/powerpoint/2010/main" val="10108379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text-1">
            <a:extLst xmlns:a="http://schemas.openxmlformats.org/drawingml/2006/main">
              <a:ext uri="{FF2B5EF4-FFF2-40B4-BE49-F238E27FC236}">
                <a16:creationId xmlns:a16="http://schemas.microsoft.com/office/drawing/2014/main" id="{D0C0985A-080E-45C9-96C4-1382D86A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동작 찾기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3FB7EBE0-3246-45FE-94AF-18C47557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8D9AC-399B-4770-8D9F-0D658AE5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5509D96-A8A1-425A-8731-9AE7A53B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D1A3166-73F5-4FEE-AAEA-B53A24F0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필요한 동작으로 바로 이동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320C999-E7B2-4FD3-873B-995256FD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1/2  41개 동작의 쪽 번호는 아래 색인에서 확인합니다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C260B-E32A-45BD-9B56-C5A1FD728C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5859ad06b4b32">
            <a:extLst>
              <a:ext uri="{96DAC541-7B7A-43D3-8B79-37D633B846F1}">
                <asvg:svgBlip xmlns:asvg="http://schemas.microsoft.com/office/drawing/2016/SVG/main" r:embed="Rc9536c8a4bd8400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240030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6164A96A-91A1-4FEE-B888-39AC0325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PLC Studio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88FD6-9DCE-4D83-A205-318EDD32A3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9059ffe12141e7">
            <a:extLst>
              <a:ext uri="{96DAC541-7B7A-43D3-8B79-37D633B846F1}">
                <asvg:svgBlip xmlns:asvg="http://schemas.microsoft.com/office/drawing/2016/SVG/main" r:embed="Re4029c03869347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48600" y="240030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F7E581FB-0ADF-41EB-AC41-1E533339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003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IIoT Gateway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C909A-04DA-4DA8-9303-DA4D682141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3693fb52f4b1a">
            <a:extLst>
              <a:ext uri="{96DAC541-7B7A-43D3-8B79-37D633B846F1}">
                <asvg:svgBlip xmlns:asvg="http://schemas.microsoft.com/office/drawing/2016/SVG/main" r:embed="R05a10cc49403424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518160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12" name="text-8">
            <a:extLst xmlns:a="http://schemas.openxmlformats.org/drawingml/2006/main">
              <a:ext uri="{FF2B5EF4-FFF2-40B4-BE49-F238E27FC236}">
                <a16:creationId xmlns:a16="http://schemas.microsoft.com/office/drawing/2014/main" id="{854CF789-49CF-41CF-805E-F22491AE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81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TwinForge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D90CD-0621-4F76-9DF8-5AD465EB09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3a7e8da0b4d70">
            <a:extLst>
              <a:ext uri="{96DAC541-7B7A-43D3-8B79-37D633B846F1}">
                <asvg:svgBlip xmlns:asvg="http://schemas.microsoft.com/office/drawing/2016/SVG/main" r:embed="Re3d775685e8a4f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48600" y="518160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14" name="text-9">
            <a:extLst xmlns:a="http://schemas.openxmlformats.org/drawingml/2006/main">
              <a:ext uri="{FF2B5EF4-FFF2-40B4-BE49-F238E27FC236}">
                <a16:creationId xmlns:a16="http://schemas.microsoft.com/office/drawing/2014/main" id="{9595A593-9B13-4A29-A4D0-B2252E23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181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OEEAnalyzer</a:t>
            </a:r>
          </a:p>
        </p:txBody>
      </p:sp>
      <p:sp>
        <p:nvSpPr>
          <p:cNvPr id="15" name="text-10">
            <a:extLst xmlns:a="http://schemas.openxmlformats.org/drawingml/2006/main">
              <a:ext uri="{FF2B5EF4-FFF2-40B4-BE49-F238E27FC236}">
                <a16:creationId xmlns:a16="http://schemas.microsoft.com/office/drawing/2014/main" id="{C1BF1127-21E1-4ADC-884D-66BF12CD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1942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PLC 연결과 태그 현황 읽기</a:t>
            </a:r>
          </a:p>
        </p:txBody>
      </p:sp>
      <p:sp>
        <p:nvSpPr>
          <p:cNvPr id="16" name="text-11">
            <a:extLst xmlns:a="http://schemas.openxmlformats.org/drawingml/2006/main">
              <a:ext uri="{FF2B5EF4-FFF2-40B4-BE49-F238E27FC236}">
                <a16:creationId xmlns:a16="http://schemas.microsoft.com/office/drawing/2014/main" id="{352ED3A9-C9DF-46DD-BB1C-790CA294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0194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17" name="text-12">
            <a:extLst xmlns:a="http://schemas.openxmlformats.org/drawingml/2006/main">
              <a:ext uri="{FF2B5EF4-FFF2-40B4-BE49-F238E27FC236}">
                <a16:creationId xmlns:a16="http://schemas.microsoft.com/office/drawing/2014/main" id="{36409EE8-F971-415D-A8C2-E7DFF611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6707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태그 값·품질·시각 확인</a:t>
            </a:r>
          </a:p>
        </p:txBody>
      </p:sp>
      <p:sp>
        <p:nvSpPr>
          <p:cNvPr id="18" name="text-13">
            <a:extLst xmlns:a="http://schemas.openxmlformats.org/drawingml/2006/main">
              <a:ext uri="{FF2B5EF4-FFF2-40B4-BE49-F238E27FC236}">
                <a16:creationId xmlns:a16="http://schemas.microsoft.com/office/drawing/2014/main" id="{DC5D0B80-7C6A-45CB-9176-647F7C00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2670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19" name="text-14">
            <a:extLst xmlns:a="http://schemas.openxmlformats.org/drawingml/2006/main">
              <a:ext uri="{FF2B5EF4-FFF2-40B4-BE49-F238E27FC236}">
                <a16:creationId xmlns:a16="http://schemas.microsoft.com/office/drawing/2014/main" id="{BA1CFA8C-C86E-40F3-82DD-B6B33593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1472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원하는 태그만 빠르게 찾기</a:t>
            </a:r>
          </a:p>
        </p:txBody>
      </p:sp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1C2AF19F-8769-4F6C-B4CE-9663BB3B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5147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AD50F694-3578-45F3-B3B4-89DFA928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6237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가상 Ladder 한 번 실행하기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76FC89BD-47C6-4EBD-8367-87C71CEC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7623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23" name="text-18">
            <a:extLst xmlns:a="http://schemas.openxmlformats.org/drawingml/2006/main">
              <a:ext uri="{FF2B5EF4-FFF2-40B4-BE49-F238E27FC236}">
                <a16:creationId xmlns:a16="http://schemas.microsoft.com/office/drawing/2014/main" id="{4E183A4C-6E3E-43F4-81B6-5E93C1F1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통신 로그에서 장애 단서 찾기</a:t>
            </a:r>
          </a:p>
        </p:txBody>
      </p:sp>
      <p:sp>
        <p:nvSpPr>
          <p:cNvPr id="24" name="text-19">
            <a:extLst xmlns:a="http://schemas.openxmlformats.org/drawingml/2006/main">
              <a:ext uri="{FF2B5EF4-FFF2-40B4-BE49-F238E27FC236}">
                <a16:creationId xmlns:a16="http://schemas.microsoft.com/office/drawing/2014/main" id="{26A894E2-52BE-4B79-BDDC-0D306D35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100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25" name="text-20">
            <a:extLst xmlns:a="http://schemas.openxmlformats.org/drawingml/2006/main">
              <a:ext uri="{FF2B5EF4-FFF2-40B4-BE49-F238E27FC236}">
                <a16:creationId xmlns:a16="http://schemas.microsoft.com/office/drawing/2014/main" id="{C20C4BBB-A27B-4E49-A24D-6C21A3DD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1942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수집 구성과 저장소 확인</a:t>
            </a:r>
          </a:p>
        </p:txBody>
      </p:sp>
      <p:sp>
        <p:nvSpPr>
          <p:cNvPr id="26" name="text-21">
            <a:extLst xmlns:a="http://schemas.openxmlformats.org/drawingml/2006/main">
              <a:ext uri="{FF2B5EF4-FFF2-40B4-BE49-F238E27FC236}">
                <a16:creationId xmlns:a16="http://schemas.microsoft.com/office/drawing/2014/main" id="{283382D6-2A42-4F41-B3C5-E338F626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30194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27" name="text-22">
            <a:extLst xmlns:a="http://schemas.openxmlformats.org/drawingml/2006/main">
              <a:ext uri="{FF2B5EF4-FFF2-40B4-BE49-F238E27FC236}">
                <a16:creationId xmlns:a16="http://schemas.microsoft.com/office/drawing/2014/main" id="{666DC845-DD51-4337-BD31-2B63B6AF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6707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교육용 Modbus 채널 등록</a:t>
            </a:r>
          </a:p>
        </p:txBody>
      </p:sp>
      <p:sp>
        <p:nvSpPr>
          <p:cNvPr id="28" name="text-23">
            <a:extLst xmlns:a="http://schemas.openxmlformats.org/drawingml/2006/main">
              <a:ext uri="{FF2B5EF4-FFF2-40B4-BE49-F238E27FC236}">
                <a16:creationId xmlns:a16="http://schemas.microsoft.com/office/drawing/2014/main" id="{94171FC5-52A9-4C2D-8C24-67B7F4A3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32670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29" name="text-24">
            <a:extLst xmlns:a="http://schemas.openxmlformats.org/drawingml/2006/main">
              <a:ext uri="{FF2B5EF4-FFF2-40B4-BE49-F238E27FC236}">
                <a16:creationId xmlns:a16="http://schemas.microsoft.com/office/drawing/2014/main" id="{52A2224B-5884-4855-BD2C-69F8D71C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1472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구성 검색 후 다시 불러오기</a:t>
            </a:r>
          </a:p>
        </p:txBody>
      </p:sp>
      <p:sp>
        <p:nvSpPr>
          <p:cNvPr id="30" name="text-25">
            <a:extLst xmlns:a="http://schemas.openxmlformats.org/drawingml/2006/main">
              <a:ext uri="{FF2B5EF4-FFF2-40B4-BE49-F238E27FC236}">
                <a16:creationId xmlns:a16="http://schemas.microsoft.com/office/drawing/2014/main" id="{2E50CB84-B091-4569-81A2-5E7F3053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35147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31" name="text-26">
            <a:extLst xmlns:a="http://schemas.openxmlformats.org/drawingml/2006/main">
              <a:ext uri="{FF2B5EF4-FFF2-40B4-BE49-F238E27FC236}">
                <a16:creationId xmlns:a16="http://schemas.microsoft.com/office/drawing/2014/main" id="{E8D15D9E-F68B-4310-9C4E-68BD2BB4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6237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Gateway·OPC UA 상태 점검</a:t>
            </a:r>
          </a:p>
        </p:txBody>
      </p:sp>
      <p:sp>
        <p:nvSpPr>
          <p:cNvPr id="32" name="text-27">
            <a:extLst xmlns:a="http://schemas.openxmlformats.org/drawingml/2006/main">
              <a:ext uri="{FF2B5EF4-FFF2-40B4-BE49-F238E27FC236}">
                <a16:creationId xmlns:a16="http://schemas.microsoft.com/office/drawing/2014/main" id="{B6454FF7-7F28-49B9-957B-0161E801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37623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33" name="text-28">
            <a:extLst xmlns:a="http://schemas.openxmlformats.org/drawingml/2006/main">
              <a:ext uri="{FF2B5EF4-FFF2-40B4-BE49-F238E27FC236}">
                <a16:creationId xmlns:a16="http://schemas.microsoft.com/office/drawing/2014/main" id="{631E38F4-99F9-427E-AE58-E8490C8A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0072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공장 데이터의 출처 읽기</a:t>
            </a:r>
          </a:p>
        </p:txBody>
      </p:sp>
      <p:sp>
        <p:nvSpPr>
          <p:cNvPr id="34" name="text-29">
            <a:extLst xmlns:a="http://schemas.openxmlformats.org/drawingml/2006/main">
              <a:ext uri="{FF2B5EF4-FFF2-40B4-BE49-F238E27FC236}">
                <a16:creationId xmlns:a16="http://schemas.microsoft.com/office/drawing/2014/main" id="{3B133621-8A99-4178-BACE-FEFECB70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8007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35" name="text-30">
            <a:extLst xmlns:a="http://schemas.openxmlformats.org/drawingml/2006/main">
              <a:ext uri="{FF2B5EF4-FFF2-40B4-BE49-F238E27FC236}">
                <a16:creationId xmlns:a16="http://schemas.microsoft.com/office/drawing/2014/main" id="{F26CBF92-4E27-4DD4-A64C-62CF4BB2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4837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모의 공장 시작·정지하기</a:t>
            </a:r>
          </a:p>
        </p:txBody>
      </p:sp>
      <p:sp>
        <p:nvSpPr>
          <p:cNvPr id="36" name="text-31">
            <a:extLst xmlns:a="http://schemas.openxmlformats.org/drawingml/2006/main">
              <a:ext uri="{FF2B5EF4-FFF2-40B4-BE49-F238E27FC236}">
                <a16:creationId xmlns:a16="http://schemas.microsoft.com/office/drawing/2014/main" id="{E26BD657-E882-43DE-851B-79CC6B39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60483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37" name="text-32">
            <a:extLst xmlns:a="http://schemas.openxmlformats.org/drawingml/2006/main">
              <a:ext uri="{FF2B5EF4-FFF2-40B4-BE49-F238E27FC236}">
                <a16:creationId xmlns:a16="http://schemas.microsoft.com/office/drawing/2014/main" id="{94B63D22-D54C-4896-A97A-F75E13F1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9602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설비 검색과 구역 필터</a:t>
            </a:r>
          </a:p>
        </p:txBody>
      </p:sp>
      <p:sp>
        <p:nvSpPr>
          <p:cNvPr id="38" name="text-33">
            <a:extLst xmlns:a="http://schemas.openxmlformats.org/drawingml/2006/main">
              <a:ext uri="{FF2B5EF4-FFF2-40B4-BE49-F238E27FC236}">
                <a16:creationId xmlns:a16="http://schemas.microsoft.com/office/drawing/2014/main" id="{F0B25AF3-6E16-4A15-8908-13551139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62960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39" name="text-34">
            <a:extLst xmlns:a="http://schemas.openxmlformats.org/drawingml/2006/main">
              <a:ext uri="{FF2B5EF4-FFF2-40B4-BE49-F238E27FC236}">
                <a16:creationId xmlns:a16="http://schemas.microsoft.com/office/drawing/2014/main" id="{4D4FC59C-3146-4CEB-AE58-3F3F82CA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설비 상세와 시점 확인</a:t>
            </a:r>
          </a:p>
        </p:txBody>
      </p:sp>
      <p:sp>
        <p:nvSpPr>
          <p:cNvPr id="40" name="text-35">
            <a:extLst xmlns:a="http://schemas.openxmlformats.org/drawingml/2006/main">
              <a:ext uri="{FF2B5EF4-FFF2-40B4-BE49-F238E27FC236}">
                <a16:creationId xmlns:a16="http://schemas.microsoft.com/office/drawing/2014/main" id="{672420B7-D1DC-4908-BD5A-0B797C94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65436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41" name="text-36">
            <a:extLst xmlns:a="http://schemas.openxmlformats.org/drawingml/2006/main">
              <a:ext uri="{FF2B5EF4-FFF2-40B4-BE49-F238E27FC236}">
                <a16:creationId xmlns:a16="http://schemas.microsoft.com/office/drawing/2014/main" id="{12778728-01D2-43C4-9381-529D6B8D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79132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필터 설비를 CSV로 저장</a:t>
            </a:r>
          </a:p>
        </p:txBody>
      </p:sp>
      <p:sp>
        <p:nvSpPr>
          <p:cNvPr id="42" name="text-37">
            <a:extLst xmlns:a="http://schemas.openxmlformats.org/drawingml/2006/main">
              <a:ext uri="{FF2B5EF4-FFF2-40B4-BE49-F238E27FC236}">
                <a16:creationId xmlns:a16="http://schemas.microsoft.com/office/drawing/2014/main" id="{F06707FC-77C0-42C3-BE6B-5D74C370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67913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43" name="text-38">
            <a:extLst xmlns:a="http://schemas.openxmlformats.org/drawingml/2006/main">
              <a:ext uri="{FF2B5EF4-FFF2-40B4-BE49-F238E27FC236}">
                <a16:creationId xmlns:a16="http://schemas.microsoft.com/office/drawing/2014/main" id="{26A5E7AF-C2C7-48A5-9965-4D3E4BBB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3897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운영·설계·매핑 화면 둘러보기</a:t>
            </a:r>
          </a:p>
        </p:txBody>
      </p:sp>
      <p:sp>
        <p:nvSpPr>
          <p:cNvPr id="44" name="text-39">
            <a:extLst xmlns:a="http://schemas.openxmlformats.org/drawingml/2006/main">
              <a:ext uri="{FF2B5EF4-FFF2-40B4-BE49-F238E27FC236}">
                <a16:creationId xmlns:a16="http://schemas.microsoft.com/office/drawing/2014/main" id="{E808818D-B62E-49AC-A81B-A8D9AB7F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70389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45" name="text-40">
            <a:extLst xmlns:a="http://schemas.openxmlformats.org/drawingml/2006/main">
              <a:ext uri="{FF2B5EF4-FFF2-40B4-BE49-F238E27FC236}">
                <a16:creationId xmlns:a16="http://schemas.microsoft.com/office/drawing/2014/main" id="{60FBC199-EF2A-4898-9548-C94749C8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0072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OEE 로그인 화면 확인</a:t>
            </a:r>
          </a:p>
        </p:txBody>
      </p:sp>
      <p:sp>
        <p:nvSpPr>
          <p:cNvPr id="46" name="text-41">
            <a:extLst xmlns:a="http://schemas.openxmlformats.org/drawingml/2006/main">
              <a:ext uri="{FF2B5EF4-FFF2-40B4-BE49-F238E27FC236}">
                <a16:creationId xmlns:a16="http://schemas.microsoft.com/office/drawing/2014/main" id="{7D8EFBAD-832E-44AC-97D9-0F0D5E9C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58007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47" name="text-42">
            <a:extLst xmlns:a="http://schemas.openxmlformats.org/drawingml/2006/main">
              <a:ext uri="{FF2B5EF4-FFF2-40B4-BE49-F238E27FC236}">
                <a16:creationId xmlns:a16="http://schemas.microsoft.com/office/drawing/2014/main" id="{8587E725-E55E-40DE-A652-855C66D8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04837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개발용 계정 빠르게 채우기</a:t>
            </a:r>
          </a:p>
        </p:txBody>
      </p:sp>
      <p:sp>
        <p:nvSpPr>
          <p:cNvPr id="48" name="text-43">
            <a:extLst xmlns:a="http://schemas.openxmlformats.org/drawingml/2006/main">
              <a:ext uri="{FF2B5EF4-FFF2-40B4-BE49-F238E27FC236}">
                <a16:creationId xmlns:a16="http://schemas.microsoft.com/office/drawing/2014/main" id="{F8F1CDCD-A8DD-417F-9F28-BBFBD784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60483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49" name="text-44">
            <a:extLst xmlns:a="http://schemas.openxmlformats.org/drawingml/2006/main">
              <a:ext uri="{FF2B5EF4-FFF2-40B4-BE49-F238E27FC236}">
                <a16:creationId xmlns:a16="http://schemas.microsoft.com/office/drawing/2014/main" id="{341FE32C-A2C4-45E1-9FCE-A121BFBE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29602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API 오류와 계정 오류 구분</a:t>
            </a:r>
          </a:p>
        </p:txBody>
      </p:sp>
      <p:sp>
        <p:nvSpPr>
          <p:cNvPr id="50" name="text-45">
            <a:extLst xmlns:a="http://schemas.openxmlformats.org/drawingml/2006/main">
              <a:ext uri="{FF2B5EF4-FFF2-40B4-BE49-F238E27FC236}">
                <a16:creationId xmlns:a16="http://schemas.microsoft.com/office/drawing/2014/main" id="{F99AFBD6-9716-4727-AFE5-7F80BE95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62960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51" name="text-46">
            <a:extLst xmlns:a="http://schemas.openxmlformats.org/drawingml/2006/main">
              <a:ext uri="{FF2B5EF4-FFF2-40B4-BE49-F238E27FC236}">
                <a16:creationId xmlns:a16="http://schemas.microsoft.com/office/drawing/2014/main" id="{1FD357A6-C6F5-4C84-BCBB-1371D855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54367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설비와 기간으로 OEE 조회</a:t>
            </a:r>
          </a:p>
        </p:txBody>
      </p:sp>
      <p:sp>
        <p:nvSpPr>
          <p:cNvPr id="52" name="text-47">
            <a:extLst xmlns:a="http://schemas.openxmlformats.org/drawingml/2006/main">
              <a:ext uri="{FF2B5EF4-FFF2-40B4-BE49-F238E27FC236}">
                <a16:creationId xmlns:a16="http://schemas.microsoft.com/office/drawing/2014/main" id="{CDCEC424-04E9-4119-AA33-D1A57031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65436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sp>
        <p:nvSpPr>
          <p:cNvPr id="53" name="text-48">
            <a:extLst xmlns:a="http://schemas.openxmlformats.org/drawingml/2006/main">
              <a:ext uri="{FF2B5EF4-FFF2-40B4-BE49-F238E27FC236}">
                <a16:creationId xmlns:a16="http://schemas.microsoft.com/office/drawing/2014/main" id="{D344548F-8EBD-4F22-9688-B47C9D18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79132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OEE 상태 필터와 CSV 저장</a:t>
            </a:r>
          </a:p>
        </p:txBody>
      </p:sp>
      <p:sp>
        <p:nvSpPr>
          <p:cNvPr id="54" name="text-49">
            <a:extLst xmlns:a="http://schemas.openxmlformats.org/drawingml/2006/main">
              <a:ext uri="{FF2B5EF4-FFF2-40B4-BE49-F238E27FC236}">
                <a16:creationId xmlns:a16="http://schemas.microsoft.com/office/drawing/2014/main" id="{5DC55590-C055-4B73-B604-41F545C1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67913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sp>
        <p:nvSpPr>
          <p:cNvPr id="55" name="text-50">
            <a:extLst xmlns:a="http://schemas.openxmlformats.org/drawingml/2006/main">
              <a:ext uri="{FF2B5EF4-FFF2-40B4-BE49-F238E27FC236}">
                <a16:creationId xmlns:a16="http://schemas.microsoft.com/office/drawing/2014/main" id="{D721BD07-7211-4A57-8EC8-156C682F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03897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조회 대시보드와 로그아웃</a:t>
            </a:r>
          </a:p>
        </p:txBody>
      </p:sp>
      <p:sp>
        <p:nvSpPr>
          <p:cNvPr id="56" name="text-51">
            <a:extLst xmlns:a="http://schemas.openxmlformats.org/drawingml/2006/main">
              <a:ext uri="{FF2B5EF4-FFF2-40B4-BE49-F238E27FC236}">
                <a16:creationId xmlns:a16="http://schemas.microsoft.com/office/drawing/2014/main" id="{33273A21-892E-4E3D-8D8F-5A9A14E7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70389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111252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ext-1">
            <a:extLst xmlns:a="http://schemas.openxmlformats.org/drawingml/2006/main">
              <a:ext uri="{FF2B5EF4-FFF2-40B4-BE49-F238E27FC236}">
                <a16:creationId xmlns:a16="http://schemas.microsoft.com/office/drawing/2014/main" id="{B25862B2-EBD7-4F35-B66C-D0D12FEC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동작 찾기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E2D6116C-1DA9-462E-94CE-A4C90B1A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34F0C-7EAD-4F49-BA08-26C93939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C4D6948-DEDF-4FEA-9A3B-75EDD224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BA2C8A3-DBCD-42CF-8F91-31D331DE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필요한 동작으로 바로 이동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CA65DEA-9ABD-4F45-AD1B-7D2BA686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2/2  41개 동작의 쪽 번호는 아래 색인에서 확인합니다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83B32-8202-4241-9555-C4D2607805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5b9e17dc74322">
            <a:extLst>
              <a:ext uri="{96DAC541-7B7A-43D3-8B79-37D633B846F1}">
                <asvg:svgBlip xmlns:asvg="http://schemas.microsoft.com/office/drawing/2016/SVG/main" r:embed="Rec02841c8b7049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240030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82181DA7-CB39-414C-A3B7-DC987DE2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DataNexus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8FCA7-4195-4FDD-AB4F-ABCB084F39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3217306af4426c">
            <a:extLst>
              <a:ext uri="{96DAC541-7B7A-43D3-8B79-37D633B846F1}">
                <asvg:svgBlip xmlns:asvg="http://schemas.microsoft.com/office/drawing/2016/SVG/main" r:embed="Rb23d640896ef433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48600" y="240030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CE602FD6-48C8-4260-8635-40D0933D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003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Industrial Assistant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AABE10-DEA4-4194-906B-E35763B586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3efe3e5174a6c">
            <a:extLst>
              <a:ext uri="{96DAC541-7B7A-43D3-8B79-37D633B846F1}">
                <asvg:svgBlip xmlns:asvg="http://schemas.microsoft.com/office/drawing/2016/SVG/main" r:embed="R1673601e0f20425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518160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12" name="text-8">
            <a:extLst xmlns:a="http://schemas.openxmlformats.org/drawingml/2006/main">
              <a:ext uri="{FF2B5EF4-FFF2-40B4-BE49-F238E27FC236}">
                <a16:creationId xmlns:a16="http://schemas.microsoft.com/office/drawing/2014/main" id="{9CF27E03-5650-4B77-B9DA-3299F1E2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81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Industrial AssetHub</a:t>
            </a:r>
          </a:p>
        </p:txBody>
      </p:sp>
      <p:sp>
        <p:nvSpPr>
          <p:cNvPr id="13" name="text-9">
            <a:extLst xmlns:a="http://schemas.openxmlformats.org/drawingml/2006/main">
              <a:ext uri="{FF2B5EF4-FFF2-40B4-BE49-F238E27FC236}">
                <a16:creationId xmlns:a16="http://schemas.microsoft.com/office/drawing/2014/main" id="{C7EBB383-5947-4817-B28F-FCEDF753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1942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스트림 연결과 수신 구분</a:t>
            </a:r>
          </a:p>
        </p:txBody>
      </p:sp>
      <p:sp>
        <p:nvSpPr>
          <p:cNvPr id="14" name="text-10">
            <a:extLst xmlns:a="http://schemas.openxmlformats.org/drawingml/2006/main">
              <a:ext uri="{FF2B5EF4-FFF2-40B4-BE49-F238E27FC236}">
                <a16:creationId xmlns:a16="http://schemas.microsoft.com/office/drawing/2014/main" id="{100D4BF5-C272-4968-88AA-E487FC4B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0194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sp>
        <p:nvSpPr>
          <p:cNvPr id="15" name="text-11">
            <a:extLst xmlns:a="http://schemas.openxmlformats.org/drawingml/2006/main">
              <a:ext uri="{FF2B5EF4-FFF2-40B4-BE49-F238E27FC236}">
                <a16:creationId xmlns:a16="http://schemas.microsoft.com/office/drawing/2014/main" id="{009566BC-7241-4130-9452-0B7C910C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6707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CSV를 차트와 분석 행으로</a:t>
            </a:r>
          </a:p>
        </p:txBody>
      </p:sp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5759753C-CFD0-41AD-BEFB-EC4616CE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2670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33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B55B21D8-57A5-455B-8344-439C4DB6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1472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분석 행 필터와 강조 비교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1D99C9BE-AE9E-4BC0-96ED-B659923A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5147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34</a:t>
            </a:r>
          </a:p>
        </p:txBody>
      </p:sp>
      <p:sp>
        <p:nvSpPr>
          <p:cNvPr id="19" name="text-15">
            <a:extLst xmlns:a="http://schemas.openxmlformats.org/drawingml/2006/main">
              <a:ext uri="{FF2B5EF4-FFF2-40B4-BE49-F238E27FC236}">
                <a16:creationId xmlns:a16="http://schemas.microsoft.com/office/drawing/2014/main" id="{5D8A5BB7-790E-4E0E-9160-F8AE9845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6237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관측 결과를 로컬 보고서로</a:t>
            </a:r>
          </a:p>
        </p:txBody>
      </p:sp>
      <p:sp>
        <p:nvSpPr>
          <p:cNvPr id="20" name="text-16">
            <a:extLst xmlns:a="http://schemas.openxmlformats.org/drawingml/2006/main">
              <a:ext uri="{FF2B5EF4-FFF2-40B4-BE49-F238E27FC236}">
                <a16:creationId xmlns:a16="http://schemas.microsoft.com/office/drawing/2014/main" id="{C667E172-C199-43AA-B752-41A72C30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7623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35</a:t>
            </a:r>
          </a:p>
        </p:txBody>
      </p:sp>
      <p:sp>
        <p:nvSpPr>
          <p:cNvPr id="21" name="text-17">
            <a:extLst xmlns:a="http://schemas.openxmlformats.org/drawingml/2006/main">
              <a:ext uri="{FF2B5EF4-FFF2-40B4-BE49-F238E27FC236}">
                <a16:creationId xmlns:a16="http://schemas.microsoft.com/office/drawing/2014/main" id="{EAE59782-1BE6-42DC-9079-EAB98E0D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제조 연동 근거와 갱신 제어</a:t>
            </a:r>
          </a:p>
        </p:txBody>
      </p:sp>
      <p:sp>
        <p:nvSpPr>
          <p:cNvPr id="22" name="text-18">
            <a:extLst xmlns:a="http://schemas.openxmlformats.org/drawingml/2006/main">
              <a:ext uri="{FF2B5EF4-FFF2-40B4-BE49-F238E27FC236}">
                <a16:creationId xmlns:a16="http://schemas.microsoft.com/office/drawing/2014/main" id="{05EB401A-C7F0-4168-B99C-F6A34F8D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100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36</a:t>
            </a:r>
          </a:p>
        </p:txBody>
      </p:sp>
      <p:sp>
        <p:nvSpPr>
          <p:cNvPr id="23" name="text-19">
            <a:extLst xmlns:a="http://schemas.openxmlformats.org/drawingml/2006/main">
              <a:ext uri="{FF2B5EF4-FFF2-40B4-BE49-F238E27FC236}">
                <a16:creationId xmlns:a16="http://schemas.microsoft.com/office/drawing/2014/main" id="{97BFAD02-604F-4833-AC09-B8063CB5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1942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비서 접속과 조회 범위 확인</a:t>
            </a:r>
          </a:p>
        </p:txBody>
      </p:sp>
      <p:sp>
        <p:nvSpPr>
          <p:cNvPr id="24" name="text-20">
            <a:extLst xmlns:a="http://schemas.openxmlformats.org/drawingml/2006/main">
              <a:ext uri="{FF2B5EF4-FFF2-40B4-BE49-F238E27FC236}">
                <a16:creationId xmlns:a16="http://schemas.microsoft.com/office/drawing/2014/main" id="{93EA14BE-5C85-4148-BF64-4E24F074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30194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38</a:t>
            </a:r>
          </a:p>
        </p:txBody>
      </p:sp>
      <p:sp>
        <p:nvSpPr>
          <p:cNvPr id="25" name="text-21">
            <a:extLst xmlns:a="http://schemas.openxmlformats.org/drawingml/2006/main">
              <a:ext uri="{FF2B5EF4-FFF2-40B4-BE49-F238E27FC236}">
                <a16:creationId xmlns:a16="http://schemas.microsoft.com/office/drawing/2014/main" id="{836E5258-C82A-4F8D-92E3-309D080E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6707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예시 질문을 확인하고 보내기</a:t>
            </a:r>
          </a:p>
        </p:txBody>
      </p:sp>
      <p:sp>
        <p:nvSpPr>
          <p:cNvPr id="26" name="text-22">
            <a:extLst xmlns:a="http://schemas.openxmlformats.org/drawingml/2006/main">
              <a:ext uri="{FF2B5EF4-FFF2-40B4-BE49-F238E27FC236}">
                <a16:creationId xmlns:a16="http://schemas.microsoft.com/office/drawing/2014/main" id="{8C9CE80D-7BCE-4CD5-A605-935282D0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32670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39</a:t>
            </a:r>
          </a:p>
        </p:txBody>
      </p:sp>
      <p:sp>
        <p:nvSpPr>
          <p:cNvPr id="27" name="text-23">
            <a:extLst xmlns:a="http://schemas.openxmlformats.org/drawingml/2006/main">
              <a:ext uri="{FF2B5EF4-FFF2-40B4-BE49-F238E27FC236}">
                <a16:creationId xmlns:a16="http://schemas.microsoft.com/office/drawing/2014/main" id="{E1AAFD79-6005-4284-AF47-85D47149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1472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선택 설비의 PLC 상태 조회</a:t>
            </a:r>
          </a:p>
        </p:txBody>
      </p:sp>
      <p:sp>
        <p:nvSpPr>
          <p:cNvPr id="28" name="text-24">
            <a:extLst xmlns:a="http://schemas.openxmlformats.org/drawingml/2006/main">
              <a:ext uri="{FF2B5EF4-FFF2-40B4-BE49-F238E27FC236}">
                <a16:creationId xmlns:a16="http://schemas.microsoft.com/office/drawing/2014/main" id="{1D8469C3-F0DD-40D8-BD40-672B4D1F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35147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40</a:t>
            </a:r>
          </a:p>
        </p:txBody>
      </p:sp>
      <p:sp>
        <p:nvSpPr>
          <p:cNvPr id="29" name="text-25">
            <a:extLst xmlns:a="http://schemas.openxmlformats.org/drawingml/2006/main">
              <a:ext uri="{FF2B5EF4-FFF2-40B4-BE49-F238E27FC236}">
                <a16:creationId xmlns:a16="http://schemas.microsoft.com/office/drawing/2014/main" id="{A52E2B59-FEE3-4122-8647-48D93774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6237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답변의 출처·품질 검토</a:t>
            </a:r>
          </a:p>
        </p:txBody>
      </p:sp>
      <p:sp>
        <p:nvSpPr>
          <p:cNvPr id="30" name="text-26">
            <a:extLst xmlns:a="http://schemas.openxmlformats.org/drawingml/2006/main">
              <a:ext uri="{FF2B5EF4-FFF2-40B4-BE49-F238E27FC236}">
                <a16:creationId xmlns:a16="http://schemas.microsoft.com/office/drawing/2014/main" id="{C595F26A-B53A-4F31-8198-D965C192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37623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41</a:t>
            </a:r>
          </a:p>
        </p:txBody>
      </p:sp>
      <p:sp>
        <p:nvSpPr>
          <p:cNvPr id="31" name="text-27">
            <a:extLst xmlns:a="http://schemas.openxmlformats.org/drawingml/2006/main">
              <a:ext uri="{FF2B5EF4-FFF2-40B4-BE49-F238E27FC236}">
                <a16:creationId xmlns:a16="http://schemas.microsoft.com/office/drawing/2014/main" id="{179AA278-8C48-403D-A522-0D2ADF1C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1002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답변과 근거를 함께 복사</a:t>
            </a:r>
          </a:p>
        </p:txBody>
      </p:sp>
      <p:sp>
        <p:nvSpPr>
          <p:cNvPr id="32" name="text-28">
            <a:extLst xmlns:a="http://schemas.openxmlformats.org/drawingml/2006/main">
              <a:ext uri="{FF2B5EF4-FFF2-40B4-BE49-F238E27FC236}">
                <a16:creationId xmlns:a16="http://schemas.microsoft.com/office/drawing/2014/main" id="{2456C839-DB04-44CF-B223-DA7E4E82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40100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42</a:t>
            </a:r>
          </a:p>
        </p:txBody>
      </p:sp>
      <p:sp>
        <p:nvSpPr>
          <p:cNvPr id="33" name="text-29">
            <a:extLst xmlns:a="http://schemas.openxmlformats.org/drawingml/2006/main">
              <a:ext uri="{FF2B5EF4-FFF2-40B4-BE49-F238E27FC236}">
                <a16:creationId xmlns:a16="http://schemas.microsoft.com/office/drawing/2014/main" id="{96165F08-5744-4DDE-BDA0-FE0EC497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5767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대화를 Markdown으로 저장</a:t>
            </a:r>
          </a:p>
        </p:txBody>
      </p:sp>
      <p:sp>
        <p:nvSpPr>
          <p:cNvPr id="34" name="text-30">
            <a:extLst xmlns:a="http://schemas.openxmlformats.org/drawingml/2006/main">
              <a:ext uri="{FF2B5EF4-FFF2-40B4-BE49-F238E27FC236}">
                <a16:creationId xmlns:a16="http://schemas.microsoft.com/office/drawing/2014/main" id="{4DA63155-8057-4B5B-BC10-7ED22DB9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42576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43</a:t>
            </a:r>
          </a:p>
        </p:txBody>
      </p:sp>
      <p:sp>
        <p:nvSpPr>
          <p:cNvPr id="35" name="text-31">
            <a:extLst xmlns:a="http://schemas.openxmlformats.org/drawingml/2006/main">
              <a:ext uri="{FF2B5EF4-FFF2-40B4-BE49-F238E27FC236}">
                <a16:creationId xmlns:a16="http://schemas.microsoft.com/office/drawing/2014/main" id="{FC562FC5-383F-4E35-9BBE-C18A27E4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0532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대화 맥락 비우고 새로 시작</a:t>
            </a:r>
          </a:p>
        </p:txBody>
      </p:sp>
      <p:sp>
        <p:nvSpPr>
          <p:cNvPr id="36" name="text-32">
            <a:extLst xmlns:a="http://schemas.openxmlformats.org/drawingml/2006/main">
              <a:ext uri="{FF2B5EF4-FFF2-40B4-BE49-F238E27FC236}">
                <a16:creationId xmlns:a16="http://schemas.microsoft.com/office/drawing/2014/main" id="{74128C2E-3A25-4B6D-8118-BF2B818A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45053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44</a:t>
            </a:r>
          </a:p>
        </p:txBody>
      </p:sp>
      <p:sp>
        <p:nvSpPr>
          <p:cNvPr id="37" name="text-33">
            <a:extLst xmlns:a="http://schemas.openxmlformats.org/drawingml/2006/main">
              <a:ext uri="{FF2B5EF4-FFF2-40B4-BE49-F238E27FC236}">
                <a16:creationId xmlns:a16="http://schemas.microsoft.com/office/drawing/2014/main" id="{BBD35B06-1F43-49EA-9BB8-8698A849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0072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온톨로지 작업공간 둘러보기</a:t>
            </a:r>
          </a:p>
        </p:txBody>
      </p:sp>
      <p:sp>
        <p:nvSpPr>
          <p:cNvPr id="38" name="text-34">
            <a:extLst xmlns:a="http://schemas.openxmlformats.org/drawingml/2006/main">
              <a:ext uri="{FF2B5EF4-FFF2-40B4-BE49-F238E27FC236}">
                <a16:creationId xmlns:a16="http://schemas.microsoft.com/office/drawing/2014/main" id="{FB4A25F6-786C-4561-BAD0-B9A95992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8007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46</a:t>
            </a:r>
          </a:p>
        </p:txBody>
      </p:sp>
      <p:sp>
        <p:nvSpPr>
          <p:cNvPr id="39" name="text-35">
            <a:extLst xmlns:a="http://schemas.openxmlformats.org/drawingml/2006/main">
              <a:ext uri="{FF2B5EF4-FFF2-40B4-BE49-F238E27FC236}">
                <a16:creationId xmlns:a16="http://schemas.microsoft.com/office/drawing/2014/main" id="{CF4D7F84-E080-4B89-A846-55AC39EB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4837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교육용 자산의 원본 선언</a:t>
            </a:r>
          </a:p>
        </p:txBody>
      </p:sp>
      <p:sp>
        <p:nvSpPr>
          <p:cNvPr id="40" name="text-36">
            <a:extLst xmlns:a="http://schemas.openxmlformats.org/drawingml/2006/main">
              <a:ext uri="{FF2B5EF4-FFF2-40B4-BE49-F238E27FC236}">
                <a16:creationId xmlns:a16="http://schemas.microsoft.com/office/drawing/2014/main" id="{8181E1A1-2321-4BFE-9B29-110AD3D6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60483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47</a:t>
            </a:r>
          </a:p>
        </p:txBody>
      </p:sp>
      <p:sp>
        <p:nvSpPr>
          <p:cNvPr id="41" name="text-37">
            <a:extLst xmlns:a="http://schemas.openxmlformats.org/drawingml/2006/main">
              <a:ext uri="{FF2B5EF4-FFF2-40B4-BE49-F238E27FC236}">
                <a16:creationId xmlns:a16="http://schemas.microsoft.com/office/drawing/2014/main" id="{2B7A6D8D-8A6D-4832-8658-84922D79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9602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초안 저장과 식별자 확인</a:t>
            </a:r>
          </a:p>
        </p:txBody>
      </p:sp>
      <p:sp>
        <p:nvSpPr>
          <p:cNvPr id="42" name="text-38">
            <a:extLst xmlns:a="http://schemas.openxmlformats.org/drawingml/2006/main">
              <a:ext uri="{FF2B5EF4-FFF2-40B4-BE49-F238E27FC236}">
                <a16:creationId xmlns:a16="http://schemas.microsoft.com/office/drawing/2014/main" id="{B21703A9-966B-49B8-862F-B6E0DBA4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62960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48</a:t>
            </a:r>
          </a:p>
        </p:txBody>
      </p:sp>
      <p:sp>
        <p:nvSpPr>
          <p:cNvPr id="43" name="text-39">
            <a:extLst xmlns:a="http://schemas.openxmlformats.org/drawingml/2006/main">
              <a:ext uri="{FF2B5EF4-FFF2-40B4-BE49-F238E27FC236}">
                <a16:creationId xmlns:a16="http://schemas.microsoft.com/office/drawing/2014/main" id="{B15812EB-7DD8-48C9-B7D7-A111C08D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온도 개념 후보 검토</a:t>
            </a:r>
          </a:p>
        </p:txBody>
      </p:sp>
      <p:sp>
        <p:nvSpPr>
          <p:cNvPr id="44" name="text-40">
            <a:extLst xmlns:a="http://schemas.openxmlformats.org/drawingml/2006/main">
              <a:ext uri="{FF2B5EF4-FFF2-40B4-BE49-F238E27FC236}">
                <a16:creationId xmlns:a16="http://schemas.microsoft.com/office/drawing/2014/main" id="{772DE967-F45C-4CCC-B22B-B85052BA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65436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49</a:t>
            </a:r>
          </a:p>
        </p:txBody>
      </p:sp>
      <p:sp>
        <p:nvSpPr>
          <p:cNvPr id="45" name="text-41">
            <a:extLst xmlns:a="http://schemas.openxmlformats.org/drawingml/2006/main">
              <a:ext uri="{FF2B5EF4-FFF2-40B4-BE49-F238E27FC236}">
                <a16:creationId xmlns:a16="http://schemas.microsoft.com/office/drawing/2014/main" id="{7159AFE2-999E-45E9-BD30-B522D30A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79132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개념·단위·계측 위치 연결</a:t>
            </a:r>
          </a:p>
        </p:txBody>
      </p:sp>
      <p:sp>
        <p:nvSpPr>
          <p:cNvPr id="46" name="text-42">
            <a:extLst xmlns:a="http://schemas.openxmlformats.org/drawingml/2006/main">
              <a:ext uri="{FF2B5EF4-FFF2-40B4-BE49-F238E27FC236}">
                <a16:creationId xmlns:a16="http://schemas.microsoft.com/office/drawing/2014/main" id="{D01748AC-2FED-4830-9A6A-ABB72C19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67913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50</a:t>
            </a:r>
          </a:p>
        </p:txBody>
      </p:sp>
      <p:sp>
        <p:nvSpPr>
          <p:cNvPr id="47" name="text-43">
            <a:extLst xmlns:a="http://schemas.openxmlformats.org/drawingml/2006/main">
              <a:ext uri="{FF2B5EF4-FFF2-40B4-BE49-F238E27FC236}">
                <a16:creationId xmlns:a16="http://schemas.microsoft.com/office/drawing/2014/main" id="{E557AD7E-565C-416E-8EDB-76871738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3897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키워드로 의미 연결 근거 찾기</a:t>
            </a:r>
          </a:p>
        </p:txBody>
      </p:sp>
      <p:sp>
        <p:nvSpPr>
          <p:cNvPr id="48" name="text-44">
            <a:extLst xmlns:a="http://schemas.openxmlformats.org/drawingml/2006/main">
              <a:ext uri="{FF2B5EF4-FFF2-40B4-BE49-F238E27FC236}">
                <a16:creationId xmlns:a16="http://schemas.microsoft.com/office/drawing/2014/main" id="{F6C7B736-D619-4893-8122-86AA09E5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70389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51</a:t>
            </a:r>
          </a:p>
        </p:txBody>
      </p:sp>
      <p:sp>
        <p:nvSpPr>
          <p:cNvPr id="49" name="text-45">
            <a:extLst xmlns:a="http://schemas.openxmlformats.org/drawingml/2006/main">
              <a:ext uri="{FF2B5EF4-FFF2-40B4-BE49-F238E27FC236}">
                <a16:creationId xmlns:a16="http://schemas.microsoft.com/office/drawing/2014/main" id="{A8BB5B50-38DE-49BB-A87F-E4371B55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8662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Host 상태와 운영 준비 구분</a:t>
            </a:r>
          </a:p>
        </p:txBody>
      </p:sp>
      <p:sp>
        <p:nvSpPr>
          <p:cNvPr id="50" name="text-46">
            <a:extLst xmlns:a="http://schemas.openxmlformats.org/drawingml/2006/main">
              <a:ext uri="{FF2B5EF4-FFF2-40B4-BE49-F238E27FC236}">
                <a16:creationId xmlns:a16="http://schemas.microsoft.com/office/drawing/2014/main" id="{045C2983-54F7-4D0C-9C63-DC4B4536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72866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52</a:t>
            </a:r>
          </a:p>
        </p:txBody>
      </p:sp>
      <p:sp>
        <p:nvSpPr>
          <p:cNvPr id="51" name="text-47">
            <a:extLst xmlns:a="http://schemas.openxmlformats.org/drawingml/2006/main">
              <a:ext uri="{FF2B5EF4-FFF2-40B4-BE49-F238E27FC236}">
                <a16:creationId xmlns:a16="http://schemas.microsoft.com/office/drawing/2014/main" id="{E747AB83-B065-4285-8E04-8ECEFC5A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534275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일곱 솔루션의 HTTP 상태 확인</a:t>
            </a:r>
          </a:p>
        </p:txBody>
      </p:sp>
      <p:sp>
        <p:nvSpPr>
          <p:cNvPr id="52" name="text-48">
            <a:extLst xmlns:a="http://schemas.openxmlformats.org/drawingml/2006/main">
              <a:ext uri="{FF2B5EF4-FFF2-40B4-BE49-F238E27FC236}">
                <a16:creationId xmlns:a16="http://schemas.microsoft.com/office/drawing/2014/main" id="{DB3EC354-FFFB-4BB5-BE36-76559D7B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75342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5608865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9782D3-424F-4701-8521-1A8EDDB9954F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10553700" y="3190875"/>
            <a:ext cx="2152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6D80"/>
            </a:solidFill>
            <a:prstDash val="dash"/>
            <a:tailEnd type="arrow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AF495B-245A-4118-B50D-70EE2BF0B256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639050" y="3190875"/>
            <a:ext cx="2152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6D80"/>
            </a:solidFill>
            <a:prstDash val="dash"/>
            <a:tailEnd type="arrow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9FBC47-FD5C-4BFE-9D06-CF245C389A6A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724400" y="3190875"/>
            <a:ext cx="2152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6D80"/>
            </a:solidFill>
            <a:prstDash val="dash"/>
            <a:tailEnd type="arrow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270C0-3568-4F31-9108-1C02213A1A22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809750" y="3190875"/>
            <a:ext cx="2152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6D80"/>
            </a:solidFill>
            <a:prstDash val="dash"/>
            <a:tailEnd type="arrow" w="sm" len="sm"/>
          </a:ln>
        </p:spPr>
      </p:cxnSp>
      <p:sp>
        <p:nvSpPr>
          <p:cNvPr id="37" name="text-1">
            <a:extLst xmlns:a="http://schemas.openxmlformats.org/drawingml/2006/main">
              <a:ext uri="{FF2B5EF4-FFF2-40B4-BE49-F238E27FC236}">
                <a16:creationId xmlns:a16="http://schemas.microsoft.com/office/drawing/2014/main" id="{07E070B2-95F4-49E6-84DD-A6AF8B19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실습 범위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DEA7B41-C77E-4C8E-928B-BDC5A0A1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B4D9A-FFA7-4D0A-9E83-36817B0C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E59675F-8537-411F-BEF8-AAD44783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F082743-B101-4C1E-90C4-E51E9101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연결 상태와 실습 범위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5BA46D2-5409-40AF-A6B8-EA73E99C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실선은 확인한 조회 경로, 점선은 현재 환경에서 검증하지 못한 경로입니다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E6467-C974-4970-9001-6BCC46DBDB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50866af29481e">
            <a:extLst>
              <a:ext uri="{96DAC541-7B7A-43D3-8B79-37D633B846F1}">
                <asvg:svgBlip xmlns:asvg="http://schemas.microsoft.com/office/drawing/2016/SVG/main" r:embed="R1bbf949ee9a648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7750" y="2809875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B31521B1-B313-476D-9F44-4DF50347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7190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PLC Studio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D317054B-A372-4A40-8FE5-A3C9976E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33875"/>
            <a:ext cx="2333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가상 PLC와 원본 태그</a:t>
            </a:r>
          </a:p>
        </p:txBody>
      </p:sp>
      <p:sp>
        <p:nvSpPr>
          <p:cNvPr id="10" name="flow-anchor-0">
            <a:extLst xmlns:a="http://schemas.openxmlformats.org/drawingml/2006/main">
              <a:ext uri="{FF2B5EF4-FFF2-40B4-BE49-F238E27FC236}">
                <a16:creationId xmlns:a16="http://schemas.microsoft.com/office/drawing/2014/main" id="{D2D2105E-42FC-40FD-9156-10CE6B0A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987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45B36E-6F24-42BA-80A5-7E6EE1483F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0a8a7fe27434f">
            <a:extLst>
              <a:ext uri="{96DAC541-7B7A-43D3-8B79-37D633B846F1}">
                <asvg:svgBlip xmlns:asvg="http://schemas.microsoft.com/office/drawing/2016/SVG/main" r:embed="R3693b166be5e4cf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62400" y="2809875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12" name="text-8">
            <a:extLst xmlns:a="http://schemas.openxmlformats.org/drawingml/2006/main">
              <a:ext uri="{FF2B5EF4-FFF2-40B4-BE49-F238E27FC236}">
                <a16:creationId xmlns:a16="http://schemas.microsoft.com/office/drawing/2014/main" id="{1A62D090-84E6-4028-A41F-70E43926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77190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IIoT Gateway</a:t>
            </a:r>
          </a:p>
        </p:txBody>
      </p:sp>
      <p:sp>
        <p:nvSpPr>
          <p:cNvPr id="13" name="text-9">
            <a:extLst xmlns:a="http://schemas.openxmlformats.org/drawingml/2006/main">
              <a:ext uri="{FF2B5EF4-FFF2-40B4-BE49-F238E27FC236}">
                <a16:creationId xmlns:a16="http://schemas.microsoft.com/office/drawing/2014/main" id="{7929FA36-A416-4CC6-AE82-5087E0CC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333875"/>
            <a:ext cx="2333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수집 구성과 통신 상태</a:t>
            </a:r>
          </a:p>
        </p:txBody>
      </p:sp>
      <p:sp>
        <p:nvSpPr>
          <p:cNvPr id="14" name="flow-anchor-1">
            <a:extLst xmlns:a="http://schemas.openxmlformats.org/drawingml/2006/main">
              <a:ext uri="{FF2B5EF4-FFF2-40B4-BE49-F238E27FC236}">
                <a16:creationId xmlns:a16="http://schemas.microsoft.com/office/drawing/2014/main" id="{A97F1C80-5782-4524-AB4B-00BD1399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0987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EBA78-9C7D-4884-885F-C052987B97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967624192436e">
            <a:extLst>
              <a:ext uri="{96DAC541-7B7A-43D3-8B79-37D633B846F1}">
                <asvg:svgBlip xmlns:asvg="http://schemas.microsoft.com/office/drawing/2016/SVG/main" r:embed="R73361e7029254d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77050" y="2809875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17" name="text-10">
            <a:extLst xmlns:a="http://schemas.openxmlformats.org/drawingml/2006/main">
              <a:ext uri="{FF2B5EF4-FFF2-40B4-BE49-F238E27FC236}">
                <a16:creationId xmlns:a16="http://schemas.microsoft.com/office/drawing/2014/main" id="{10DC97F5-CDE3-4C13-8033-69A7B0FB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77190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TwinForge</a:t>
            </a:r>
          </a:p>
        </p:txBody>
      </p:sp>
      <p:sp>
        <p:nvSpPr>
          <p:cNvPr id="18" name="text-11">
            <a:extLst xmlns:a="http://schemas.openxmlformats.org/drawingml/2006/main">
              <a:ext uri="{FF2B5EF4-FFF2-40B4-BE49-F238E27FC236}">
                <a16:creationId xmlns:a16="http://schemas.microsoft.com/office/drawing/2014/main" id="{E2C0E980-96C3-481C-8E9A-D1554FE0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333875"/>
            <a:ext cx="2333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3D 공장과 설비 탐색</a:t>
            </a:r>
          </a:p>
        </p:txBody>
      </p:sp>
      <p:sp>
        <p:nvSpPr>
          <p:cNvPr id="19" name="flow-anchor-2">
            <a:extLst xmlns:a="http://schemas.openxmlformats.org/drawingml/2006/main">
              <a:ext uri="{FF2B5EF4-FFF2-40B4-BE49-F238E27FC236}">
                <a16:creationId xmlns:a16="http://schemas.microsoft.com/office/drawing/2014/main" id="{B1C4CC77-BAF6-44DA-A4D1-ECADE696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0987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B61547-43B6-4931-9406-5A1AD2CA14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c869dae744535">
            <a:extLst>
              <a:ext uri="{96DAC541-7B7A-43D3-8B79-37D633B846F1}">
                <asvg:svgBlip xmlns:asvg="http://schemas.microsoft.com/office/drawing/2016/SVG/main" r:embed="R0dc682df1d0c45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91700" y="2809875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22" name="text-12">
            <a:extLst xmlns:a="http://schemas.openxmlformats.org/drawingml/2006/main">
              <a:ext uri="{FF2B5EF4-FFF2-40B4-BE49-F238E27FC236}">
                <a16:creationId xmlns:a16="http://schemas.microsoft.com/office/drawing/2014/main" id="{13DB6326-AE2F-4D9B-BB8C-F4282123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77190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OEEAnalyzer</a:t>
            </a:r>
          </a:p>
        </p:txBody>
      </p:sp>
      <p:sp>
        <p:nvSpPr>
          <p:cNvPr id="23" name="text-13">
            <a:extLst xmlns:a="http://schemas.openxmlformats.org/drawingml/2006/main">
              <a:ext uri="{FF2B5EF4-FFF2-40B4-BE49-F238E27FC236}">
                <a16:creationId xmlns:a16="http://schemas.microsoft.com/office/drawing/2014/main" id="{103B90DB-0704-4017-9113-A676E1A8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333875"/>
            <a:ext cx="2333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생산 효율과 계산 증거</a:t>
            </a:r>
          </a:p>
        </p:txBody>
      </p:sp>
      <p:sp>
        <p:nvSpPr>
          <p:cNvPr id="24" name="flow-anchor-3">
            <a:extLst xmlns:a="http://schemas.openxmlformats.org/drawingml/2006/main">
              <a:ext uri="{FF2B5EF4-FFF2-40B4-BE49-F238E27FC236}">
                <a16:creationId xmlns:a16="http://schemas.microsoft.com/office/drawing/2014/main" id="{9AB7B674-7223-47C2-82D3-62FAAA73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0987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AB70EC-5662-4B5B-ABEC-B40D6753C2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3c99eb171a43da">
            <a:extLst>
              <a:ext uri="{96DAC541-7B7A-43D3-8B79-37D633B846F1}">
                <asvg:svgBlip xmlns:asvg="http://schemas.microsoft.com/office/drawing/2016/SVG/main" r:embed="Rc1013dc6392a44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706350" y="2809875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27" name="text-14">
            <a:extLst xmlns:a="http://schemas.openxmlformats.org/drawingml/2006/main">
              <a:ext uri="{FF2B5EF4-FFF2-40B4-BE49-F238E27FC236}">
                <a16:creationId xmlns:a16="http://schemas.microsoft.com/office/drawing/2014/main" id="{007C2A90-61B9-4A3F-99FE-F59C1D6D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377190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DataNexus</a:t>
            </a:r>
          </a:p>
        </p:txBody>
      </p:sp>
      <p:sp>
        <p:nvSpPr>
          <p:cNvPr id="28" name="text-15">
            <a:extLst xmlns:a="http://schemas.openxmlformats.org/drawingml/2006/main">
              <a:ext uri="{FF2B5EF4-FFF2-40B4-BE49-F238E27FC236}">
                <a16:creationId xmlns:a16="http://schemas.microsoft.com/office/drawing/2014/main" id="{9E2A7289-C461-46D3-A43F-DB97DD4A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4333875"/>
            <a:ext cx="2333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CSV 탐색과 보고서</a:t>
            </a:r>
          </a:p>
        </p:txBody>
      </p:sp>
      <p:sp>
        <p:nvSpPr>
          <p:cNvPr id="29" name="flow-anchor-4">
            <a:extLst xmlns:a="http://schemas.openxmlformats.org/drawingml/2006/main">
              <a:ext uri="{FF2B5EF4-FFF2-40B4-BE49-F238E27FC236}">
                <a16:creationId xmlns:a16="http://schemas.microsoft.com/office/drawing/2014/main" id="{13E9D98E-5B8D-4836-A6B1-794A5493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80987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548CF8-ED66-4C39-B959-6D60B69341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5bcf154e524804">
            <a:extLst>
              <a:ext uri="{96DAC541-7B7A-43D3-8B79-37D633B846F1}">
                <asvg:svgBlip xmlns:asvg="http://schemas.microsoft.com/office/drawing/2016/SVG/main" r:embed="Rb30312dbb2bb413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5876925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32" name="text-16">
            <a:extLst xmlns:a="http://schemas.openxmlformats.org/drawingml/2006/main">
              <a:ext uri="{FF2B5EF4-FFF2-40B4-BE49-F238E27FC236}">
                <a16:creationId xmlns:a16="http://schemas.microsoft.com/office/drawing/2014/main" id="{51EFC283-3ADF-48D4-8F02-B11449D4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293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PLC HTTP 조회</a:t>
            </a:r>
          </a:p>
        </p:txBody>
      </p:sp>
      <p:sp>
        <p:nvSpPr>
          <p:cNvPr id="33" name="text-17">
            <a:extLst xmlns:a="http://schemas.openxmlformats.org/drawingml/2006/main">
              <a:ext uri="{FF2B5EF4-FFF2-40B4-BE49-F238E27FC236}">
                <a16:creationId xmlns:a16="http://schemas.microsoft.com/office/drawing/2014/main" id="{26D40F6E-FCC7-48F9-96E6-32F5D38F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296025"/>
            <a:ext cx="790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Assistant에서 원본 품질과 시각 확인</a:t>
            </a:r>
          </a:p>
        </p:txBody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4DC392-C021-4272-BC5C-2986BECB57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3735ecb714248">
            <a:extLst>
              <a:ext uri="{96DAC541-7B7A-43D3-8B79-37D633B846F1}">
                <asvg:svgBlip xmlns:asvg="http://schemas.microsoft.com/office/drawing/2016/SVG/main" r:embed="R7d15d2dafcc54f1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67850" y="5857875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35" name="text-18">
            <a:extLst xmlns:a="http://schemas.openxmlformats.org/drawingml/2006/main">
              <a:ext uri="{FF2B5EF4-FFF2-40B4-BE49-F238E27FC236}">
                <a16:creationId xmlns:a16="http://schemas.microsoft.com/office/drawing/2014/main" id="{5AF9E36A-4AA8-4CAE-BA9E-79F3AF52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800725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Gateway / OEE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backend 미연결</a:t>
            </a:r>
          </a:p>
        </p:txBody>
      </p:sp>
      <p:sp>
        <p:nvSpPr>
          <p:cNvPr id="36" name="text-19">
            <a:extLst xmlns:a="http://schemas.openxmlformats.org/drawingml/2006/main">
              <a:ext uri="{FF2B5EF4-FFF2-40B4-BE49-F238E27FC236}">
                <a16:creationId xmlns:a16="http://schemas.microsoft.com/office/drawing/2014/main" id="{6448103E-57B2-4259-A1DB-3C4BBB68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0"/>
            <a:ext cx="1386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AssetHub의 자산 선언과 의미 연결은 로컬 초안 범위에서 확인했습니다</a:t>
            </a:r>
          </a:p>
        </p:txBody>
      </p:sp>
    </p:spTree>
    <p:extLst>
      <p:ext uri="{BB962C8B-B14F-4D97-AF65-F5344CB8AC3E}">
        <p14:creationId xmlns:p14="http://schemas.microsoft.com/office/powerpoint/2010/main" val="8378680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">
            <a:extLst xmlns:a="http://schemas.openxmlformats.org/drawingml/2006/main">
              <a:ext uri="{FF2B5EF4-FFF2-40B4-BE49-F238E27FC236}">
                <a16:creationId xmlns:a16="http://schemas.microsoft.com/office/drawing/2014/main" id="{FD87CDE9-2B19-40E1-A015-4C3E6BB4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화면 읽기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25A44B6A-58FC-4D58-8E79-D5C5C13F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479C5-7E5E-4206-AC53-69D584D7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48D4DAD-0F84-4CF2-BB72-35886ED1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40E5A6C-77AF-4FFA-B3EC-B9AB5D43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값을 읽을 때 함께 볼 세 가지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59022EF-8422-43D1-8F80-30942534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값 하나만으로 전체 설비의 정상 여부를 판정하지 않습니다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B4F829-211C-4D6F-82E6-FF392C022A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3540f74f04cbc">
            <a:extLst>
              <a:ext uri="{96DAC541-7B7A-43D3-8B79-37D633B846F1}">
                <asvg:svgBlip xmlns:asvg="http://schemas.microsoft.com/office/drawing/2016/SVG/main" r:embed="R5ed94385fa2a4d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1050" y="2876550"/>
            <a:ext cx="1009650" cy="100965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670B9DC9-359C-468F-8712-9C8ACFAB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76725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값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ABB03E8B-3D5B-43AB-8448-D9FDDD23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428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무엇을 측정했는지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이름과 단위 대조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F2852-CFD6-4D01-8C77-8970EE1661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6663a14784196">
            <a:extLst>
              <a:ext uri="{96DAC541-7B7A-43D3-8B79-37D633B846F1}">
                <asvg:svgBlip xmlns:asvg="http://schemas.microsoft.com/office/drawing/2016/SVG/main" r:embed="R33e4d5636c4148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38800" y="2876550"/>
            <a:ext cx="1009650" cy="1009650"/>
          </a:xfrm>
          <a:prstGeom xmlns:a="http://schemas.openxmlformats.org/drawingml/2006/main" prst="rect">
            <a:avLst/>
          </a:prstGeom>
        </p:spPr>
      </p:pic>
      <p:sp>
        <p:nvSpPr>
          <p:cNvPr id="11" name="text-8">
            <a:extLst xmlns:a="http://schemas.openxmlformats.org/drawingml/2006/main">
              <a:ext uri="{FF2B5EF4-FFF2-40B4-BE49-F238E27FC236}">
                <a16:creationId xmlns:a16="http://schemas.microsoft.com/office/drawing/2014/main" id="{13D2AC9B-5C95-47CB-B032-82AC346A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76725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품질</a:t>
            </a:r>
          </a:p>
        </p:txBody>
      </p:sp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B2501529-FEDE-47A5-AEDC-1C79D3C8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124450"/>
            <a:ext cx="428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GOOD 또는 경고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태그별 상태 확인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AFF9E9-3B96-48C6-93D8-593DB5CA40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afa7ca9a0b4143">
            <a:extLst>
              <a:ext uri="{96DAC541-7B7A-43D3-8B79-37D633B846F1}">
                <asvg:svgBlip xmlns:asvg="http://schemas.microsoft.com/office/drawing/2016/SVG/main" r:embed="R32631ccdf125437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96550" y="2876550"/>
            <a:ext cx="1009650" cy="1009650"/>
          </a:xfrm>
          <a:prstGeom xmlns:a="http://schemas.openxmlformats.org/drawingml/2006/main" prst="rect">
            <a:avLst/>
          </a:prstGeom>
        </p:spPr>
      </p:pic>
      <p:sp>
        <p:nvSpPr>
          <p:cNvPr id="14" name="text-10">
            <a:extLst xmlns:a="http://schemas.openxmlformats.org/drawingml/2006/main">
              <a:ext uri="{FF2B5EF4-FFF2-40B4-BE49-F238E27FC236}">
                <a16:creationId xmlns:a16="http://schemas.microsoft.com/office/drawing/2014/main" id="{9175315F-9D73-46DA-AD4B-0F0B8349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76725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원본 시각</a:t>
            </a:r>
          </a:p>
        </p:txBody>
      </p:sp>
      <p:sp>
        <p:nvSpPr>
          <p:cNvPr id="15" name="text-11">
            <a:extLst xmlns:a="http://schemas.openxmlformats.org/drawingml/2006/main">
              <a:ext uri="{FF2B5EF4-FFF2-40B4-BE49-F238E27FC236}">
                <a16:creationId xmlns:a16="http://schemas.microsoft.com/office/drawing/2014/main" id="{44363B2B-2F2E-4DA8-B692-08BCF49B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124450"/>
            <a:ext cx="428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최근 값인지 확인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화면 접속 시각과 구분</a:t>
            </a:r>
          </a:p>
        </p:txBody>
      </p:sp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A5CB39B1-0FFE-4BE6-8A2B-239067EF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86625"/>
            <a:ext cx="1381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HTTP 응답, 데이터 최신성, 실제 설비 운전은 서로 다른 확인 대상입니다</a:t>
            </a:r>
          </a:p>
        </p:txBody>
      </p:sp>
    </p:spTree>
    <p:extLst>
      <p:ext uri="{BB962C8B-B14F-4D97-AF65-F5344CB8AC3E}">
        <p14:creationId xmlns:p14="http://schemas.microsoft.com/office/powerpoint/2010/main" val="4630080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">
            <a:extLst xmlns:a="http://schemas.openxmlformats.org/drawingml/2006/main">
              <a:ext uri="{FF2B5EF4-FFF2-40B4-BE49-F238E27FC236}">
                <a16:creationId xmlns:a16="http://schemas.microsoft.com/office/drawing/2014/main" id="{94203530-37F5-480C-AF20-56368BD9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01  PLC Studio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15471261-862B-4B48-904C-3F94C0AD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071CD-4682-436D-BBFB-37801122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996DD9C-D497-49C4-A5E0-5F6EC692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316EF-72F2-4F35-809D-B289964854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7e4144cb54090">
            <a:extLst>
              <a:ext uri="{96DAC541-7B7A-43D3-8B79-37D633B846F1}">
                <asvg:svgBlip xmlns:asvg="http://schemas.microsoft.com/office/drawing/2016/SVG/main" r:embed="R034c2e94ce014f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362075"/>
            <a:ext cx="1095375" cy="1095375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3A119F1-3369-48FD-9FC7-50D3CAC9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5048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PLC Studio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9AF5BB87-35DA-4733-8B48-CA0B84AA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14825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장치 연결부터 원본 태그와 가상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Ladder까지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9CA76767-2291-4B19-BC5B-CEB0217F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149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5개 동작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391F3-238A-4E1F-94CB-3341C8908A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94872d4374edf"/>
          <a:srcRect xmlns:a="http://schemas.openxmlformats.org/drawingml/2006/main" l="17000" t="0" r="2000" b="21000"/>
          <a:stretch xmlns:a="http://schemas.openxmlformats.org/drawingml/2006/main"/>
        </p:blipFill>
        <p:spPr>
          <a:xfrm xmlns:a="http://schemas.openxmlformats.org/drawingml/2006/main">
            <a:off x="7233585" y="1381125"/>
            <a:ext cx="6335430" cy="476250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CC129-457A-460B-928A-B3774594DF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c4ac438bc4f29">
            <a:extLst>
              <a:ext uri="{96DAC541-7B7A-43D3-8B79-37D633B846F1}">
                <asvg:svgBlip xmlns:asvg="http://schemas.microsoft.com/office/drawing/2016/SVG/main" r:embed="Rf950323ecfda4c6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6819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1" name="text-7">
            <a:extLst xmlns:a="http://schemas.openxmlformats.org/drawingml/2006/main">
              <a:ext uri="{FF2B5EF4-FFF2-40B4-BE49-F238E27FC236}">
                <a16:creationId xmlns:a16="http://schemas.microsoft.com/office/drawing/2014/main" id="{2068FCD9-B0FE-428F-B54B-591E7BED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6791325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연결 현황 읽기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128AD-3E3B-4E8E-8E53-8C40BDA54C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8168270344af9">
            <a:extLst>
              <a:ext uri="{96DAC541-7B7A-43D3-8B79-37D633B846F1}">
                <asvg:svgBlip xmlns:asvg="http://schemas.microsoft.com/office/drawing/2016/SVG/main" r:embed="Rc046cf1e4fbd44f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67350" y="6819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3" name="text-8">
            <a:extLst xmlns:a="http://schemas.openxmlformats.org/drawingml/2006/main">
              <a:ext uri="{FF2B5EF4-FFF2-40B4-BE49-F238E27FC236}">
                <a16:creationId xmlns:a16="http://schemas.microsoft.com/office/drawing/2014/main" id="{A8462F53-825D-436C-9262-73F94B8F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6791325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태그 근거 확인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35328-A2F4-438B-ADF2-83F831CF52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b3ed086d854d93">
            <a:extLst>
              <a:ext uri="{96DAC541-7B7A-43D3-8B79-37D633B846F1}">
                <asvg:svgBlip xmlns:asvg="http://schemas.microsoft.com/office/drawing/2016/SVG/main" r:embed="R6a8c4966c98d417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29850" y="6819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5" name="text-9">
            <a:extLst xmlns:a="http://schemas.openxmlformats.org/drawingml/2006/main">
              <a:ext uri="{FF2B5EF4-FFF2-40B4-BE49-F238E27FC236}">
                <a16:creationId xmlns:a16="http://schemas.microsoft.com/office/drawing/2014/main" id="{03619367-B03F-4D32-B57F-6546FE72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791325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가상 I/O 실습</a:t>
            </a:r>
          </a:p>
        </p:txBody>
      </p:sp>
      <p:sp>
        <p:nvSpPr>
          <p:cNvPr id="16" name="text-10">
            <a:extLst xmlns:a="http://schemas.openxmlformats.org/drawingml/2006/main">
              <a:ext uri="{FF2B5EF4-FFF2-40B4-BE49-F238E27FC236}">
                <a16:creationId xmlns:a16="http://schemas.microsoft.com/office/drawing/2014/main" id="{EF7AF4C2-FE7D-472D-8FFD-1A092280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43825"/>
            <a:ext cx="1381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87D81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aa5ddb83035944df"/>
              </a:rPr>
              <a:t>http://127.0.0.1:5180/</a:t>
            </a:r>
          </a:p>
        </p:txBody>
      </p:sp>
    </p:spTree>
    <p:extLst>
      <p:ext uri="{BB962C8B-B14F-4D97-AF65-F5344CB8AC3E}">
        <p14:creationId xmlns:p14="http://schemas.microsoft.com/office/powerpoint/2010/main" val="3446485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1">
            <a:extLst xmlns:a="http://schemas.openxmlformats.org/drawingml/2006/main">
              <a:ext uri="{FF2B5EF4-FFF2-40B4-BE49-F238E27FC236}">
                <a16:creationId xmlns:a16="http://schemas.microsoft.com/office/drawing/2014/main" id="{1FD5A8C1-8BD2-4363-B546-7C4ED82B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PLC Studio  /  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15091549-9364-45F8-A8A0-3E751BF8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3E8AC-7694-4932-91DC-DC592F19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C3684D0-BDBE-4D2D-8B12-CA5C86DB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D525862-1FFF-4A06-87F1-258C5649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PLC 연결과 태그 현황 읽기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66C0DB4-3BD7-4545-9821-7B723C38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서버 연결, 드라이버, 실제 연결 장치를 구분합니다.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A5C4D-E15D-4E70-BB2D-3AEC00AEFD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ba0245f3794a5b">
            <a:extLst>
              <a:ext uri="{96DAC541-7B7A-43D3-8B79-37D633B846F1}">
                <asvg:svgBlip xmlns:asvg="http://schemas.microsoft.com/office/drawing/2016/SVG/main" r:embed="Rb82558a9e5204dd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432D2399-8833-4811-B8E1-89E494D1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AE89E0B5-A2EE-42C2-8660-CC53947A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대시보드 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2C7C0E9A-2C58-4AAB-BDDE-1A3226F6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왼쪽 대시보드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0D24E-2DB3-488D-9CC2-89665F5644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e1f6d9b474c61">
            <a:extLst>
              <a:ext uri="{96DAC541-7B7A-43D3-8B79-37D633B846F1}">
                <asvg:svgBlip xmlns:asvg="http://schemas.microsoft.com/office/drawing/2016/SVG/main" r:embed="R465302a06356467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AF48EAEF-10BB-40B0-9903-BC0E48FD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9057FBD1-F9CD-4BF8-A927-FD8C5BF9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연결 배지 확인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2B8B3AF4-1727-43F9-9DAC-01F2AA8B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실시간 연결 · 재연결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오류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B4C0EC-2A73-4946-AE04-8EF26C9D11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07ddfa77a4ffd">
            <a:extLst>
              <a:ext uri="{96DAC541-7B7A-43D3-8B79-37D633B846F1}">
                <asvg:svgBlip xmlns:asvg="http://schemas.microsoft.com/office/drawing/2016/SVG/main" r:embed="R83fa9648aeaf48d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581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43EE3B33-5F21-4B62-A568-BF1A8EE7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1B515D25-333D-4FBB-B089-5A2AADB5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52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현황 카드 대조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800AC0A9-8766-4DD5-B207-AB81E72D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드라이버 · PLC · 태그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수 비교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699DC0-1B57-460E-93F4-9853C8C9EE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2db2e8d64d46b4">
            <a:extLst>
              <a:ext uri="{96DAC541-7B7A-43D3-8B79-37D633B846F1}">
                <asvg:svgBlip xmlns:asvg="http://schemas.microsoft.com/office/drawing/2016/SVG/main" r:embed="Rd17b329dc6604e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58578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A8037F7A-C149-4002-AE2D-F030CDDF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2769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9E45E53B-D226-4CB3-AF83-8A407AE9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8293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네트워크 살펴보기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D8B87BAA-4D31-4CDF-9BC9-B9735ADE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2388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PLC 네트워크 보기 →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8D47DD-3649-45DB-9D40-C402317098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6f05336a64a19"/>
          <a:srcRect xmlns:a="http://schemas.openxmlformats.org/drawingml/2006/main" l="17000" t="0" r="2000" b="21000"/>
          <a:stretch xmlns:a="http://schemas.openxmlformats.org/drawingml/2006/main"/>
        </p:blipFill>
        <p:spPr>
          <a:xfrm xmlns:a="http://schemas.openxmlformats.org/drawingml/2006/main">
            <a:off x="6534415" y="2305050"/>
            <a:ext cx="5752570" cy="432435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534D4B0B-58F2-44DD-9864-3B68433B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D47868-BD9C-43E1-A2E3-D79A1E1BDE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549a494eb4141">
            <a:extLst>
              <a:ext uri="{96DAC541-7B7A-43D3-8B79-37D633B846F1}">
                <asvg:svgBlip xmlns:asvg="http://schemas.microsoft.com/office/drawing/2016/SVG/main" r:embed="R70fc989a9825451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7390F714-0E86-48CB-8DB5-D9D2E0B4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드라이버 활성화나 태그 존재만으로 실제 통신 성공을 판단하지 않습니다.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0A76F3-F3B9-40AB-BADC-C723FD418A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c649befe24f96">
            <a:extLst>
              <a:ext uri="{96DAC541-7B7A-43D3-8B79-37D633B846F1}">
                <asvg:svgBlip xmlns:asvg="http://schemas.microsoft.com/office/drawing/2016/SVG/main" r:embed="R04049bd7001c43f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8" name="text-20">
            <a:extLst xmlns:a="http://schemas.openxmlformats.org/drawingml/2006/main">
              <a:ext uri="{FF2B5EF4-FFF2-40B4-BE49-F238E27FC236}">
                <a16:creationId xmlns:a16="http://schemas.microsoft.com/office/drawing/2014/main" id="{48696DC9-7710-4696-A155-B5BF0B13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현재 카운트와 Driver Health가 표시됩니다.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모델 카탈로그 수와 실제 연결 수는 다릅니다.</a:t>
            </a:r>
          </a:p>
        </p:txBody>
      </p:sp>
    </p:spTree>
    <p:extLst>
      <p:ext uri="{BB962C8B-B14F-4D97-AF65-F5344CB8AC3E}">
        <p14:creationId xmlns:p14="http://schemas.microsoft.com/office/powerpoint/2010/main" val="5394504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1">
            <a:extLst xmlns:a="http://schemas.openxmlformats.org/drawingml/2006/main">
              <a:ext uri="{FF2B5EF4-FFF2-40B4-BE49-F238E27FC236}">
                <a16:creationId xmlns:a16="http://schemas.microsoft.com/office/drawing/2014/main" id="{14457E9E-1619-498B-8D26-180AD594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PLC Studio  /  02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D667B40C-292D-4710-9DE6-7A468713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30840-792A-4744-852E-4B002CE7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83C091-715E-48CE-AE1A-8496D285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C5ABC39-69F8-4385-9F58-B56E161B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태그 값·품질·시각 확인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DE7BA94-AC0F-4563-8BF0-3B2B9F27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하나의 태그를 값과 근거가 있는 관측값으로 읽습니다.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2EB09-B589-4FA7-9E16-84E642BD58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4922e52dbe4e5d">
            <a:extLst>
              <a:ext uri="{96DAC541-7B7A-43D3-8B79-37D633B846F1}">
                <asvg:svgBlip xmlns:asvg="http://schemas.microsoft.com/office/drawing/2016/SVG/main" r:embed="R0d75ff5b80bd4bb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4CC9DBD8-67A1-4B22-9974-00E389F4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0E5FB35D-0466-4152-9A03-1A542BA7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태그 모니터 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CEDD1243-8305-4A61-87DF-C35D4B5B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Tag Explorer에서 선택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F8CEF-D4FB-42EE-AABB-B016E03257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8c8cde0aa46f0">
            <a:extLst>
              <a:ext uri="{96DAC541-7B7A-43D3-8B79-37D633B846F1}">
                <asvg:svgBlip xmlns:asvg="http://schemas.microsoft.com/office/drawing/2016/SVG/main" r:embed="R6a37a9df3497498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9E7F0627-209A-4800-9145-AA3B8C51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C0C1F331-AA36-40FB-8FCB-BD610568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태그 식별 확인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472D4727-8442-41C2-9295-71C98DCB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주소 · 이름 · 드라이버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형식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EA68DD-9F85-4757-942B-C452017C47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1e13a110f4822">
            <a:extLst>
              <a:ext uri="{96DAC541-7B7A-43D3-8B79-37D633B846F1}">
                <asvg:svgBlip xmlns:asvg="http://schemas.microsoft.com/office/drawing/2016/SVG/main" r:embed="Rdd795b1d48034ee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581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BAC41408-3D7F-4D32-9F19-30CEB985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CAAA9B52-5961-48F7-90AB-2187A46B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52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값과 근거 읽기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6AA562DC-3799-4BB0-B814-9ADFB57A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값 · 품질 · 원본 시각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77419-2253-4CE6-B869-110A37A2D4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1605a78334a8d">
            <a:extLst>
              <a:ext uri="{96DAC541-7B7A-43D3-8B79-37D633B846F1}">
                <asvg:svgBlip xmlns:asvg="http://schemas.microsoft.com/office/drawing/2016/SVG/main" r:embed="R5b5407e2dc4f45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5534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0D524B46-3AD0-471F-81C8-9AA43215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953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7C4E1005-83CA-4D4F-AFCF-A2B69DFA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505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현재 스냅샷 갱신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D809484F-9732-4ECC-87BF-751906E3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150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Refresh로 현재값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재조회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33FDBE-A3E2-4D57-8D99-9460EC8A9F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547b90e9a4ed4"/>
          <a:srcRect xmlns:a="http://schemas.openxmlformats.org/drawingml/2006/main" l="35000" t="10000" r="3000" b="56000"/>
          <a:stretch xmlns:a="http://schemas.openxmlformats.org/drawingml/2006/main"/>
        </p:blipFill>
        <p:spPr>
          <a:xfrm xmlns:a="http://schemas.openxmlformats.org/drawingml/2006/main">
            <a:off x="4295216" y="2305050"/>
            <a:ext cx="10230969" cy="432435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C8425F06-1E41-4F28-9737-88A40C50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sp>
        <p:nvSpPr>
          <p:cNvPr id="25" name="screenshot-annotation-2">
            <a:extLst xmlns:a="http://schemas.openxmlformats.org/drawingml/2006/main">
              <a:ext uri="{FF2B5EF4-FFF2-40B4-BE49-F238E27FC236}">
                <a16:creationId xmlns:a16="http://schemas.microsoft.com/office/drawing/2014/main" id="{5A3341E6-6AAB-486E-A50B-EBDF926E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739" y="547801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D81"/>
          </a:solidFill>
          <a:ln xmlns:a="http://schemas.openxmlformats.org/drawingml/2006/main" w="2857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6" name="screenshot-annotation-3">
            <a:extLst xmlns:a="http://schemas.openxmlformats.org/drawingml/2006/main">
              <a:ext uri="{FF2B5EF4-FFF2-40B4-BE49-F238E27FC236}">
                <a16:creationId xmlns:a16="http://schemas.microsoft.com/office/drawing/2014/main" id="{9FDA950C-C394-4EA4-B237-CEC6CA6C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2249" y="370503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D81"/>
          </a:solidFill>
          <a:ln xmlns:a="http://schemas.openxmlformats.org/drawingml/2006/main" w="2857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7" name="screenshot-annotation-4">
            <a:extLst xmlns:a="http://schemas.openxmlformats.org/drawingml/2006/main">
              <a:ext uri="{FF2B5EF4-FFF2-40B4-BE49-F238E27FC236}">
                <a16:creationId xmlns:a16="http://schemas.microsoft.com/office/drawing/2014/main" id="{AD000D4E-C048-44C8-A094-7C0D812F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8443" y="2450973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D81"/>
          </a:solidFill>
          <a:ln xmlns:a="http://schemas.openxmlformats.org/drawingml/2006/main" w="2857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10BC39-A4B9-4BAA-A09F-BBB71A8B50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e667ce671048eb">
            <a:extLst>
              <a:ext uri="{96DAC541-7B7A-43D3-8B79-37D633B846F1}">
                <asvg:svgBlip xmlns:asvg="http://schemas.microsoft.com/office/drawing/2016/SVG/main" r:embed="R84e936a1116e46d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9" name="text-19">
            <a:extLst xmlns:a="http://schemas.openxmlformats.org/drawingml/2006/main">
              <a:ext uri="{FF2B5EF4-FFF2-40B4-BE49-F238E27FC236}">
                <a16:creationId xmlns:a16="http://schemas.microsoft.com/office/drawing/2014/main" id="{1533D957-89CF-4FC0-A284-AB5BAF93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GOOD이어도 시각이 오래되면 현재 값으로 단정하지 않습니다.</a:t>
            </a: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470184-22E6-4FD9-A76D-8555120305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f47b7098949e8">
            <a:extLst>
              <a:ext uri="{96DAC541-7B7A-43D3-8B79-37D633B846F1}">
                <asvg:svgBlip xmlns:asvg="http://schemas.microsoft.com/office/drawing/2016/SVG/main" r:embed="R6bac7b9d2c944a7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1" name="text-20">
            <a:extLst xmlns:a="http://schemas.openxmlformats.org/drawingml/2006/main">
              <a:ext uri="{FF2B5EF4-FFF2-40B4-BE49-F238E27FC236}">
                <a16:creationId xmlns:a16="http://schemas.microsoft.com/office/drawing/2014/main" id="{3FC9087C-29FC-41A7-A454-8C198D8A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원본 값과 품질, 브라우저 로컬 시각이 보입니다.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조회 실습에서는 Write를 사용하지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296333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1">
            <a:extLst xmlns:a="http://schemas.openxmlformats.org/drawingml/2006/main">
              <a:ext uri="{FF2B5EF4-FFF2-40B4-BE49-F238E27FC236}">
                <a16:creationId xmlns:a16="http://schemas.microsoft.com/office/drawing/2014/main" id="{A6DDCE7A-21BA-41BC-B4FF-6E3D4492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PLC Studio  /  03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7F95A808-FEA1-4816-B0CE-7C131A0F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C099B-97E5-4828-BFBF-6E1CF009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92BE14C-CBEB-48D6-920B-2F3534E8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A52EC1B-3A70-493B-8803-694E8688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원하는 태그만 빠르게 찾기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BCF02C4-975B-4C61-BEC1-A11FD08B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검색어와 품질을 함께 적용해 목록을 좁힙니다.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6BC6C-54D0-4A7A-9EB5-4E0972B737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4ea1a8a2848f7">
            <a:extLst>
              <a:ext uri="{96DAC541-7B7A-43D3-8B79-37D633B846F1}">
                <asvg:svgBlip xmlns:asvg="http://schemas.microsoft.com/office/drawing/2016/SVG/main" r:embed="Rfd1c3e1b656e4f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3BF93557-65B1-4479-BB6E-E8CD2EBE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8CACE6DA-567F-4F8D-A20D-D2066244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이름이나 주소 검색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101EB93B-25D1-4D16-9F91-A6EF48A8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태그 검색: Temp_PV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8A122B-D6FE-4D43-8AE4-CB436DF25F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22ad4ba6484002">
            <a:extLst>
              <a:ext uri="{96DAC541-7B7A-43D3-8B79-37D633B846F1}">
                <asvg:svgBlip xmlns:asvg="http://schemas.microsoft.com/office/drawing/2016/SVG/main" r:embed="R9c76b86565814b6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0B2DB306-342D-4EC1-A7E3-6713799B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FBEE2DF7-FDE9-4050-9D6B-DFA16F03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품질 조건 선택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B2252318-0AAE-4BDB-8D6B-FD2799D4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정상 또는 확인 필요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9CED6C-25EF-4BE8-9495-DED5F787ED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9fc3229a0e47c4">
            <a:extLst>
              <a:ext uri="{96DAC541-7B7A-43D3-8B79-37D633B846F1}">
                <asvg:svgBlip xmlns:asvg="http://schemas.microsoft.com/office/drawing/2016/SVG/main" r:embed="R5cc91eb2fe6c4f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257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9CA7B405-0AE4-4EA5-B466-4C0664A9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76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E47BC1C7-FF56-40D2-A193-51898E43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29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결과 수 확인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A42B7D86-0573-4B4C-90C5-AD7DA48C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38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표시 건수 / 전체 태그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수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E10412-1EE6-4E58-AA5B-12D051531A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7311dcfd94110">
            <a:extLst>
              <a:ext uri="{96DAC541-7B7A-43D3-8B79-37D633B846F1}">
                <asvg:svgBlip xmlns:asvg="http://schemas.microsoft.com/office/drawing/2016/SVG/main" r:embed="Re9d3e492744e4ff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5534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9B27C344-C84C-49E7-A764-3F89E4B7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953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BBD91F95-6CDF-4BE1-9D03-BC6A48E8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505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전체 목록 복귀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6BF2EF7C-B7DD-43C7-AB11-03D97BED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150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검색 삭제 → 모든 품질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D2E68C-1269-4740-A746-261910A672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237eab301474f"/>
          <a:srcRect xmlns:a="http://schemas.openxmlformats.org/drawingml/2006/main" l="35000" t="16000" r="2000" b="52000"/>
          <a:stretch xmlns:a="http://schemas.openxmlformats.org/drawingml/2006/main"/>
        </p:blipFill>
        <p:spPr>
          <a:xfrm xmlns:a="http://schemas.openxmlformats.org/drawingml/2006/main">
            <a:off x="4191000" y="2423738"/>
            <a:ext cx="10439400" cy="4086973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37B93AA0-CFEC-4DD3-8755-7A61AEE2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0EFCFF-B30A-4B22-BBF7-B0197BCD88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b8cc0e6ed48f8">
            <a:extLst>
              <a:ext uri="{96DAC541-7B7A-43D3-8B79-37D633B846F1}">
                <asvg:svgBlip xmlns:asvg="http://schemas.microsoft.com/office/drawing/2016/SVG/main" r:embed="Rc9f562c7174740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EFD3555E-542B-4ED2-AA32-25A2D930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검색 결과 0건은 조건 불일치일 수 있습니다. 원본 태그는 바뀌지 않습니다.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638E9B-EE8B-4156-92C3-B6346A6636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32f53646c4499">
            <a:extLst>
              <a:ext uri="{96DAC541-7B7A-43D3-8B79-37D633B846F1}">
                <asvg:svgBlip xmlns:asvg="http://schemas.microsoft.com/office/drawing/2016/SVG/main" r:embed="R3fd1795bbb6342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8" name="text-20">
            <a:extLst xmlns:a="http://schemas.openxmlformats.org/drawingml/2006/main">
              <a:ext uri="{FF2B5EF4-FFF2-40B4-BE49-F238E27FC236}">
                <a16:creationId xmlns:a16="http://schemas.microsoft.com/office/drawing/2014/main" id="{7284CAF4-A336-4A21-BC6B-5C73B761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캡처 예시는 Temp_PV·정상 조건의 4/24개입니다.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필터 중에도 값·품질·시각은 갱신됩니다.</a:t>
            </a:r>
          </a:p>
        </p:txBody>
      </p:sp>
    </p:spTree>
    <p:extLst>
      <p:ext uri="{BB962C8B-B14F-4D97-AF65-F5344CB8AC3E}">
        <p14:creationId xmlns:p14="http://schemas.microsoft.com/office/powerpoint/2010/main" val="10527542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1">
            <a:extLst xmlns:a="http://schemas.openxmlformats.org/drawingml/2006/main">
              <a:ext uri="{FF2B5EF4-FFF2-40B4-BE49-F238E27FC236}">
                <a16:creationId xmlns:a16="http://schemas.microsoft.com/office/drawing/2014/main" id="{109D7CAA-6AC0-439C-9D3B-B6881AA9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PLC Studio  /  04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DDBB0208-9A48-4DA5-A814-8B2BA40D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232C0-0ACF-42AA-BB2B-CC45A462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39A6B87-1467-4934-A634-DBE9BE70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70A5E4B-4BE2-40F7-84A4-39D99FAF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가상 Ladder 한 번 실행하기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506E6CF-67FC-4C61-BC7D-69D9BA20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가상 I/O에서 접점과 코일의 단일 계산을 관찰합니다.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FD209-0B97-42F3-9B78-22449DD8D4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b5a03bd2d416c">
            <a:extLst>
              <a:ext uri="{96DAC541-7B7A-43D3-8B79-37D633B846F1}">
                <asvg:svgBlip xmlns:asvg="http://schemas.microsoft.com/office/drawing/2016/SVG/main" r:embed="Rf0f1a68669aa498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2DB11DCE-D639-4E3F-9816-3A3F18CD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BF8F8790-BAEE-40F6-A824-8902C6CE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프로그램 확인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A91B1947-EE1C-41FC-BD91-3C48C841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Ladder 프로그램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내보내기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9F9D4-FBA2-41C2-AD74-FE1032715E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77c6d3b104588">
            <a:extLst>
              <a:ext uri="{96DAC541-7B7A-43D3-8B79-37D633B846F1}">
                <asvg:svgBlip xmlns:asvg="http://schemas.microsoft.com/office/drawing/2016/SVG/main" r:embed="Re5c5e9102b344ed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488531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91D15906-66FF-4BA0-824E-C30831C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907631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DF5284E1-B5A5-493E-B2D9-75BA489C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59956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가상 I/O 확인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D3EA2431-E8EB-464A-A8B5-D38EBDCC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869531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태그 연결이 가상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I/O인지 확인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11BF41-A712-4F99-A18A-DED753EEB9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bf5dfadeb4ad1">
            <a:extLst>
              <a:ext uri="{96DAC541-7B7A-43D3-8B79-37D633B846F1}">
                <asvg:svgBlip xmlns:asvg="http://schemas.microsoft.com/office/drawing/2016/SVG/main" r:embed="Rf38d3a6469e341a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624388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ADEAFC1B-643F-43CD-A6AC-5A2E16E8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43488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2E61AF31-57D2-489E-B6D6-F4C2603A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95813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정지 후 초기화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E164C047-3603-43D1-BD3C-06196C5E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005388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■ 정지 → 초기화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BF6816-B535-4E86-B913-B8099F6378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806ef174b4f41">
            <a:extLst>
              <a:ext uri="{96DAC541-7B7A-43D3-8B79-37D633B846F1}">
                <asvg:svgBlip xmlns:asvg="http://schemas.microsoft.com/office/drawing/2016/SVG/main" r:embed="R1e1efe9507b04d8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5436394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C4A274A2-47C4-46B2-969B-982BB0F2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855494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C3FB0D51-3C0F-4F42-A51D-19946704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407819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단일 스캔 실행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DFC5877A-C5D3-4E33-A83B-B8D07459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817394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단일 스캔 한 번 후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상태 확인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82FCA5-4703-46C6-A31E-7A107DB476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27286ec4084dc7">
            <a:extLst>
              <a:ext uri="{96DAC541-7B7A-43D3-8B79-37D633B846F1}">
                <asvg:svgBlip xmlns:asvg="http://schemas.microsoft.com/office/drawing/2016/SVG/main" r:embed="Rfe10ddc1d1e146f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65722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81AB2096-8744-4EE3-BDFA-66657237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9913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5" name="text-19">
            <a:extLst xmlns:a="http://schemas.openxmlformats.org/drawingml/2006/main">
              <a:ext uri="{FF2B5EF4-FFF2-40B4-BE49-F238E27FC236}">
                <a16:creationId xmlns:a16="http://schemas.microsoft.com/office/drawing/2014/main" id="{3C8292FD-B312-4795-BDFF-69C78026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54367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초기 신호 복귀</a:t>
            </a:r>
          </a:p>
        </p:txBody>
      </p:sp>
      <p:sp>
        <p:nvSpPr>
          <p:cNvPr id="26" name="text-20">
            <a:extLst xmlns:a="http://schemas.openxmlformats.org/drawingml/2006/main">
              <a:ext uri="{FF2B5EF4-FFF2-40B4-BE49-F238E27FC236}">
                <a16:creationId xmlns:a16="http://schemas.microsoft.com/office/drawing/2014/main" id="{33E4C593-453F-480F-96DD-E3B271FF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953250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초기화 → STOP 유지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EEB7F2-40F2-4859-85C4-7E7D536A00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9c30d8b9694984"/>
          <a:srcRect xmlns:a="http://schemas.openxmlformats.org/drawingml/2006/main" l="17000" t="9000" r="2000" b="28000"/>
          <a:stretch xmlns:a="http://schemas.openxmlformats.org/drawingml/2006/main"/>
        </p:blipFill>
        <p:spPr>
          <a:xfrm xmlns:a="http://schemas.openxmlformats.org/drawingml/2006/main">
            <a:off x="5803930" y="2305050"/>
            <a:ext cx="7213540" cy="4324350"/>
          </a:xfrm>
          <a:prstGeom xmlns:a="http://schemas.openxmlformats.org/drawingml/2006/main" prst="rect">
            <a:avLst/>
          </a:prstGeom>
        </p:spPr>
      </p:pic>
      <p:sp>
        <p:nvSpPr>
          <p:cNvPr id="28" name="text-21">
            <a:extLst xmlns:a="http://schemas.openxmlformats.org/drawingml/2006/main">
              <a:ext uri="{FF2B5EF4-FFF2-40B4-BE49-F238E27FC236}">
                <a16:creationId xmlns:a16="http://schemas.microsoft.com/office/drawing/2014/main" id="{4C7A00B8-C598-4E51-8FFB-8981B3AD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0D967D-9A18-4CA3-8A14-7D08CF4690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daa5b65ad4c75">
            <a:extLst>
              <a:ext uri="{96DAC541-7B7A-43D3-8B79-37D633B846F1}">
                <asvg:svgBlip xmlns:asvg="http://schemas.microsoft.com/office/drawing/2016/SVG/main" r:embed="R47290a2876df4e2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30" name="text-22">
            <a:extLst xmlns:a="http://schemas.openxmlformats.org/drawingml/2006/main">
              <a:ext uri="{FF2B5EF4-FFF2-40B4-BE49-F238E27FC236}">
                <a16:creationId xmlns:a16="http://schemas.microsoft.com/office/drawing/2014/main" id="{AC171B6A-C9D8-4E56-AD5E-6AEDE4E6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외부 태그가 연결되어 있으면 이 실습을 멈춥니다. 저장 / 다운로드는 사용하지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않습니다.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AC39FE-EE30-4801-8D03-DF55C82C47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d4a00fab64ba5">
            <a:extLst>
              <a:ext uri="{96DAC541-7B7A-43D3-8B79-37D633B846F1}">
                <asvg:svgBlip xmlns:asvg="http://schemas.microsoft.com/office/drawing/2016/SVG/main" r:embed="R5a1d0b227e3d455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2" name="text-23">
            <a:extLst xmlns:a="http://schemas.openxmlformats.org/drawingml/2006/main">
              <a:ext uri="{FF2B5EF4-FFF2-40B4-BE49-F238E27FC236}">
                <a16:creationId xmlns:a16="http://schemas.microsoft.com/office/drawing/2014/main" id="{30275CC4-0F67-4995-8072-60CA08ED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100ms 기준 계산 한 번 후 STOP을 유지합니다.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입력이 OFF이면 출력도 OFF일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3813677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1">
            <a:extLst xmlns:a="http://schemas.openxmlformats.org/drawingml/2006/main">
              <a:ext uri="{FF2B5EF4-FFF2-40B4-BE49-F238E27FC236}">
                <a16:creationId xmlns:a16="http://schemas.microsoft.com/office/drawing/2014/main" id="{3DC20167-A401-4B9B-91CA-521FC209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PLC Studio  /  05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E26165C4-4B16-41A5-9E05-D93DFF35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A995D-9593-436E-825F-0C1E7DF3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062AC1F-744F-4803-ADEB-5BDEDE77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7C89A16-F8CA-4B1A-83E0-996D8B85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통신 로그에서 장애 단서 찾기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F7661DE-2D37-4FCB-A9A6-DF9D78C0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발생 시각, 대상 드라이버, 오류를 함께 읽습니다.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05979-6EF2-49BD-8341-AB6F18A77B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481f7b852e4224">
            <a:extLst>
              <a:ext uri="{96DAC541-7B7A-43D3-8B79-37D633B846F1}">
                <asvg:svgBlip xmlns:asvg="http://schemas.microsoft.com/office/drawing/2016/SVG/main" r:embed="R5bf8195f9a0e41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4B318CA1-BB47-47CF-91C9-78E7E348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4F6775C4-EDDA-4675-823E-471946DF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로그 화면 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976CDB25-649F-4DA0-AF93-9B388D5D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왼쪽 로그 및 이벤트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BF651-3320-4B5E-A38C-67121F4FF1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3fcf8bf69043e1">
            <a:extLst>
              <a:ext uri="{96DAC541-7B7A-43D3-8B79-37D633B846F1}">
                <asvg:svgBlip xmlns:asvg="http://schemas.microsoft.com/office/drawing/2016/SVG/main" r:embed="Rc17ff9818b3c4e0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A90798E8-736C-4924-8198-E493244B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9AC1076B-03C3-4024-A652-70F84F2C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최근 로그 갱신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0D7929D6-160F-4BF5-88F1-7CAE68AE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Refresh로 최근 로그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재조회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E19E5F-D2C1-4CA3-B65B-F8ACFB9CD2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00420a7b7948d5">
            <a:extLst>
              <a:ext uri="{96DAC541-7B7A-43D3-8B79-37D633B846F1}">
                <asvg:svgBlip xmlns:asvg="http://schemas.microsoft.com/office/drawing/2016/SVG/main" r:embed="Rbc0be814115a45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581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A019896F-68A2-4214-94E2-68A5DC80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E3636667-F0B8-4BD5-B71E-8B7A7808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52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통신과 오류 대조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17B89C09-435E-4F26-8BB8-6831AA77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TX/RX · 오류와 태그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품질 비교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56EBDB-6060-4D03-9B08-652014B287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ee6184c67446e"/>
          <a:srcRect xmlns:a="http://schemas.openxmlformats.org/drawingml/2006/main" l="17000" t="10000" r="3000" b="42000"/>
          <a:stretch xmlns:a="http://schemas.openxmlformats.org/drawingml/2006/main"/>
        </p:blipFill>
        <p:spPr>
          <a:xfrm xmlns:a="http://schemas.openxmlformats.org/drawingml/2006/main">
            <a:off x="4735257" y="2305050"/>
            <a:ext cx="9350885" cy="432435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6DB282CE-E65E-49CF-8F53-38EC989E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54D537-15DF-4C13-A471-E7200D0D5B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b38c6e7c945eb">
            <a:extLst>
              <a:ext uri="{96DAC541-7B7A-43D3-8B79-37D633B846F1}">
                <asvg:svgBlip xmlns:asvg="http://schemas.microsoft.com/office/drawing/2016/SVG/main" r:embed="Racbcb4a21ad842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2" name="text-16">
            <a:extLst xmlns:a="http://schemas.openxmlformats.org/drawingml/2006/main">
              <a:ext uri="{FF2B5EF4-FFF2-40B4-BE49-F238E27FC236}">
                <a16:creationId xmlns:a16="http://schemas.microsoft.com/office/drawing/2014/main" id="{0F6A4FB4-2AB5-4B58-BCA0-B0F36205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빈 로그는 기록이 없다는 뜻일 수 있습니다. 무제한 감사 기록은 아닙니다.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949D8D-9D2A-4A9B-A2E0-C85262BDE2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8616464e54ed4">
            <a:extLst>
              <a:ext uri="{96DAC541-7B7A-43D3-8B79-37D633B846F1}">
                <asvg:svgBlip xmlns:asvg="http://schemas.microsoft.com/office/drawing/2016/SVG/main" r:embed="Rb51f20bd762044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4" name="text-17">
            <a:extLst xmlns:a="http://schemas.openxmlformats.org/drawingml/2006/main">
              <a:ext uri="{FF2B5EF4-FFF2-40B4-BE49-F238E27FC236}">
                <a16:creationId xmlns:a16="http://schemas.microsoft.com/office/drawing/2014/main" id="{CDAE9F13-F811-4C26-9EF3-9C63A057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서버가 보관한 최근 통신·시스템 로그가 보입니다.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조회는 로그 삭제나 드라이버 재시작을 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3147107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">
            <a:extLst xmlns:a="http://schemas.openxmlformats.org/drawingml/2006/main">
              <a:ext uri="{FF2B5EF4-FFF2-40B4-BE49-F238E27FC236}">
                <a16:creationId xmlns:a16="http://schemas.microsoft.com/office/drawing/2014/main" id="{2E99CC37-71F3-4F91-9C85-EA378FEF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02  IIoT Gateway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46426837-FC4D-4D04-A5FB-1F13D8C8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70CA3-94C3-42CE-B193-67D65897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56395EE-7B9A-4364-8EB9-21F06CBB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AC619-A7CC-47BD-A2FA-A6088DD0B9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abf6929764993">
            <a:extLst>
              <a:ext uri="{96DAC541-7B7A-43D3-8B79-37D633B846F1}">
                <asvg:svgBlip xmlns:asvg="http://schemas.microsoft.com/office/drawing/2016/SVG/main" r:embed="R6a8b1027c41c4e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362075"/>
            <a:ext cx="1095375" cy="1095375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F5D2C5A-8830-4821-9C75-07DE0594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5048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IIoT Gateway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7F2ABADB-1C29-4242-9C06-9310B3E1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14825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수집 구성을 다루고 실제 연결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상태를 구분하기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B8FAF754-B117-42BB-B1AE-2B4AB616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149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4개 동작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85107-2A8F-42C6-9861-95CD2A8261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0183f0389e4196"/>
          <a:srcRect xmlns:a="http://schemas.openxmlformats.org/drawingml/2006/main" l="17000" t="10000" r="2000" b="39000"/>
          <a:stretch xmlns:a="http://schemas.openxmlformats.org/drawingml/2006/main"/>
        </p:blipFill>
        <p:spPr>
          <a:xfrm xmlns:a="http://schemas.openxmlformats.org/drawingml/2006/main">
            <a:off x="6172200" y="1710032"/>
            <a:ext cx="8458200" cy="4104686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9D4ACD-9FA7-41C1-8E51-61EBA824F7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9ce82585d48c2">
            <a:extLst>
              <a:ext uri="{96DAC541-7B7A-43D3-8B79-37D633B846F1}">
                <asvg:svgBlip xmlns:asvg="http://schemas.microsoft.com/office/drawing/2016/SVG/main" r:embed="R671d38a2eb4e4d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6819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1" name="text-7">
            <a:extLst xmlns:a="http://schemas.openxmlformats.org/drawingml/2006/main">
              <a:ext uri="{FF2B5EF4-FFF2-40B4-BE49-F238E27FC236}">
                <a16:creationId xmlns:a16="http://schemas.microsoft.com/office/drawing/2014/main" id="{06CA5556-4E7C-4DBB-A0A8-FF820A09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6791325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교육용 구성 등록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6477D-80D9-4C61-B5FD-D16A9C2496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b41addec224769">
            <a:extLst>
              <a:ext uri="{96DAC541-7B7A-43D3-8B79-37D633B846F1}">
                <asvg:svgBlip xmlns:asvg="http://schemas.microsoft.com/office/drawing/2016/SVG/main" r:embed="Rfc73a32526924b7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67350" y="6819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3" name="text-8">
            <a:extLst xmlns:a="http://schemas.openxmlformats.org/drawingml/2006/main">
              <a:ext uri="{FF2B5EF4-FFF2-40B4-BE49-F238E27FC236}">
                <a16:creationId xmlns:a16="http://schemas.microsoft.com/office/drawing/2014/main" id="{1F7AE12B-595F-420E-AF03-8437C289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6791325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구성 검색·새로고침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AEC4F4-E783-40AF-A631-60F40D96A1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a715fa3724de5">
            <a:extLst>
              <a:ext uri="{96DAC541-7B7A-43D3-8B79-37D633B846F1}">
                <asvg:svgBlip xmlns:asvg="http://schemas.microsoft.com/office/drawing/2016/SVG/main" r:embed="Ra971b53fba414a3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29850" y="6819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5" name="text-9">
            <a:extLst xmlns:a="http://schemas.openxmlformats.org/drawingml/2006/main">
              <a:ext uri="{FF2B5EF4-FFF2-40B4-BE49-F238E27FC236}">
                <a16:creationId xmlns:a16="http://schemas.microsoft.com/office/drawing/2014/main" id="{1A6900A0-5038-456A-AE4D-13066E5D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791325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수집·OPC UA 상태 점검</a:t>
            </a:r>
          </a:p>
        </p:txBody>
      </p:sp>
      <p:sp>
        <p:nvSpPr>
          <p:cNvPr id="16" name="text-10">
            <a:extLst xmlns:a="http://schemas.openxmlformats.org/drawingml/2006/main">
              <a:ext uri="{FF2B5EF4-FFF2-40B4-BE49-F238E27FC236}">
                <a16:creationId xmlns:a16="http://schemas.microsoft.com/office/drawing/2014/main" id="{360F27B9-28E8-4CBB-8D67-66A0B2F1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43825"/>
            <a:ext cx="1381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67094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ce35e7f5e7d64037"/>
              </a:rPr>
              <a:t>http://127.0.0.1:5181/</a:t>
            </a:r>
          </a:p>
        </p:txBody>
      </p:sp>
    </p:spTree>
    <p:extLst>
      <p:ext uri="{BB962C8B-B14F-4D97-AF65-F5344CB8AC3E}">
        <p14:creationId xmlns:p14="http://schemas.microsoft.com/office/powerpoint/2010/main" val="13861852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1">
            <a:extLst xmlns:a="http://schemas.openxmlformats.org/drawingml/2006/main">
              <a:ext uri="{FF2B5EF4-FFF2-40B4-BE49-F238E27FC236}">
                <a16:creationId xmlns:a16="http://schemas.microsoft.com/office/drawing/2014/main" id="{CC7D7B99-2A67-4B18-87F1-C2C21158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IIoT Gateway  /  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49B04059-5D2D-4836-9510-976E5F38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5DA2C-1470-4DEF-A6AF-03B5D1A2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90189AD-4FAF-4D03-9913-9A0A63BA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4CC906E-4438-4145-AF30-F512BB11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수집 구성과 저장소 확인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FEB350E-2728-4D97-952D-39E2A550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등록된 구성 수와 실제 연결 상태를 구분합니다.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45760-4B86-4676-8730-753FD897F0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fc93d5b3c4059">
            <a:extLst>
              <a:ext uri="{96DAC541-7B7A-43D3-8B79-37D633B846F1}">
                <asvg:svgBlip xmlns:asvg="http://schemas.microsoft.com/office/drawing/2016/SVG/main" r:embed="Raf8cf127739548f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A8C014BB-4A35-48DF-AF42-505E18EA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7CAAF7D9-A968-4B33-A7A5-39D3315D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Data Access 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8214CB8E-FCAE-455F-9D3F-1A397891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왼쪽 Data Access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ECF1E6-C7A9-4DA6-9646-CE07910605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4de3a761ca4251">
            <a:extLst>
              <a:ext uri="{96DAC541-7B7A-43D3-8B79-37D633B846F1}">
                <asvg:svgBlip xmlns:asvg="http://schemas.microsoft.com/office/drawing/2016/SVG/main" r:embed="Rdf3382b59a1e486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502F99F1-B0DC-4C31-9514-BB8A8084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70789673-1616-4E4D-B801-D29ACEBD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저장소 안내 읽기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7FDEDD4A-6145-4DDA-B303-F6A405AD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임시 메모리 저장소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안내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65961B-55B7-4BDF-A62B-C99AED91B8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2373be2884fb2">
            <a:extLst>
              <a:ext uri="{96DAC541-7B7A-43D3-8B79-37D633B846F1}">
                <asvg:svgBlip xmlns:asvg="http://schemas.microsoft.com/office/drawing/2016/SVG/main" r:embed="R19c245725331441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581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D7ED4126-1C08-46FB-B353-D9606F6B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868917ED-93A2-4C87-9B87-F31D40BF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52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구성 수와 상태 대조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AA396321-6ACB-4F4E-A3C1-F1262214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CHANNELS · DEVICES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TAGS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87616-AC20-43F2-AA98-6F6E460EFE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4b947fea644bc"/>
          <a:srcRect xmlns:a="http://schemas.openxmlformats.org/drawingml/2006/main" l="17000" t="10000" r="2000" b="39000"/>
          <a:stretch xmlns:a="http://schemas.openxmlformats.org/drawingml/2006/main"/>
        </p:blipFill>
        <p:spPr>
          <a:xfrm xmlns:a="http://schemas.openxmlformats.org/drawingml/2006/main">
            <a:off x="4955278" y="2305050"/>
            <a:ext cx="8910844" cy="432435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C5E0A9F5-BCC3-44A6-BA3D-3B08D02E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F46995-B9FD-41C4-A00C-B01AF014A3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93f77da9e4672">
            <a:extLst>
              <a:ext uri="{96DAC541-7B7A-43D3-8B79-37D633B846F1}">
                <asvg:svgBlip xmlns:asvg="http://schemas.microsoft.com/office/drawing/2016/SVG/main" r:embed="Re53fde999a094e2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2" name="text-16">
            <a:extLst xmlns:a="http://schemas.openxmlformats.org/drawingml/2006/main">
              <a:ext uri="{FF2B5EF4-FFF2-40B4-BE49-F238E27FC236}">
                <a16:creationId xmlns:a16="http://schemas.microsoft.com/office/drawing/2014/main" id="{59C54253-545D-43F5-9A0E-EFF01623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실습은 MySQL 미연결 임시 저장소입니다. Enable이나 등록만으로 수집 성공을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판단하지 않습니다.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09CE9F-CA9C-42A3-8E88-99127B8A1A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06c49c2b94dac">
            <a:extLst>
              <a:ext uri="{96DAC541-7B7A-43D3-8B79-37D633B846F1}">
                <asvg:svgBlip xmlns:asvg="http://schemas.microsoft.com/office/drawing/2016/SVG/main" r:embed="R2ba040422a30419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4" name="text-17">
            <a:extLst xmlns:a="http://schemas.openxmlformats.org/drawingml/2006/main">
              <a:ext uri="{FF2B5EF4-FFF2-40B4-BE49-F238E27FC236}">
                <a16:creationId xmlns:a16="http://schemas.microsoft.com/office/drawing/2014/main" id="{F53E450D-50C2-4DB3-9205-E83D3CE3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현재 저장소의 구성과 검증 항목 수가 보입니다.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빈 목록은 등록된 구성이 없는 상태입니다.</a:t>
            </a:r>
          </a:p>
        </p:txBody>
      </p:sp>
    </p:spTree>
    <p:extLst>
      <p:ext uri="{BB962C8B-B14F-4D97-AF65-F5344CB8AC3E}">
        <p14:creationId xmlns:p14="http://schemas.microsoft.com/office/powerpoint/2010/main" val="11110249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1">
            <a:extLst xmlns:a="http://schemas.openxmlformats.org/drawingml/2006/main">
              <a:ext uri="{FF2B5EF4-FFF2-40B4-BE49-F238E27FC236}">
                <a16:creationId xmlns:a16="http://schemas.microsoft.com/office/drawing/2014/main" id="{BD10045D-EE34-476A-BD06-17F5CD93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IIoT Gateway  /  02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1BA4CC48-A2A9-4BF4-82A6-044BAD4F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F97AE-FD7B-4E8F-BF7E-DADE0156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5F6925B-102A-4732-B0AD-1680E584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D482A0F-A6BC-4DDA-801A-6BE6D8B9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교육용 Modbus 채널 등록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AFE848F-4970-439B-950B-C0E996AE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임시 저장소에 실습 채널을 만들고 목록을 확인합니다.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7FD61-B883-4874-A71E-66DB52D86F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209a2a9054ef1">
            <a:extLst>
              <a:ext uri="{96DAC541-7B7A-43D3-8B79-37D633B846F1}">
                <asvg:svgBlip xmlns:asvg="http://schemas.microsoft.com/office/drawing/2016/SVG/main" r:embed="R7579f7dfc90c40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7B001263-613F-4D05-8A50-BC4E2C1D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F1D5B801-7998-459C-AEB8-81B0E943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채널 입력 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12976960-86F1-469E-81DA-05FD8BA4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Add Channel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CC79D-1847-4B70-8523-6439F1724A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2624830bf4efc">
            <a:extLst>
              <a:ext uri="{96DAC541-7B7A-43D3-8B79-37D633B846F1}">
                <asvg:svgBlip xmlns:asvg="http://schemas.microsoft.com/office/drawing/2016/SVG/main" r:embed="Rd999499f0ca849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164681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8074A322-F97F-419B-BC8A-44679364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83781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51E23A65-DEBD-43BE-B9F9-F95D9C91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136106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고유 이름과 설명 입력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677C943C-1EA2-45B9-B86A-62598EF2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45681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Manual_Modbus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실습용 설명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B7FCFD-C089-417A-8837-1E6A3523F1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8af073efc42ba">
            <a:extLst>
              <a:ext uri="{96DAC541-7B7A-43D3-8B79-37D633B846F1}">
                <asvg:svgBlip xmlns:asvg="http://schemas.microsoft.com/office/drawing/2016/SVG/main" r:embed="Raae74f3957e341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300538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68EC5A41-99AB-4711-B171-8580EF95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719638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FA66A51B-FB6A-4203-93FB-27510E92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71963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통신과 매개변수 지정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CD4DBA50-66D8-4110-8D0D-B39EDD1A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81538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Modbus TCP · JSON {}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AC7008-1BC0-46D1-B466-96636BF4FB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2745aac64f4d26">
            <a:extLst>
              <a:ext uri="{96DAC541-7B7A-43D3-8B79-37D633B846F1}">
                <asvg:svgBlip xmlns:asvg="http://schemas.microsoft.com/office/drawing/2016/SVG/main" r:embed="R8f0837821b9e4f3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5112544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611A44E5-CFC0-469E-9166-9E1E6698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531644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A53DB02B-8518-4FC4-A57F-C7329C96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083969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저장 결과 확인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9DB281E9-DA4B-4C18-8D41-2D340DD2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493544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Save → 목록 1 / 1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6DC0AF-551D-4091-9D34-50FB12C31B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c2b57c59c4a95">
            <a:extLst>
              <a:ext uri="{96DAC541-7B7A-43D3-8B79-37D633B846F1}">
                <asvg:svgBlip xmlns:asvg="http://schemas.microsoft.com/office/drawing/2016/SVG/main" r:embed="Rdaa7f2f97a3348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62484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5339B4DD-DC16-42FA-BDC5-623D0833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667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5" name="text-19">
            <a:extLst xmlns:a="http://schemas.openxmlformats.org/drawingml/2006/main">
              <a:ext uri="{FF2B5EF4-FFF2-40B4-BE49-F238E27FC236}">
                <a16:creationId xmlns:a16="http://schemas.microsoft.com/office/drawing/2014/main" id="{7FCA6630-E4B4-4902-9ED0-DDE4A599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2198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교육용 채널 정리</a:t>
            </a:r>
          </a:p>
        </p:txBody>
      </p:sp>
      <p:sp>
        <p:nvSpPr>
          <p:cNvPr id="26" name="text-20">
            <a:extLst xmlns:a="http://schemas.openxmlformats.org/drawingml/2006/main">
              <a:ext uri="{FF2B5EF4-FFF2-40B4-BE49-F238E27FC236}">
                <a16:creationId xmlns:a16="http://schemas.microsoft.com/office/drawing/2014/main" id="{1A47E548-5A0B-4788-8D0F-F80E9AD3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629400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삭제 아이콘 → 삭제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0E8706-1999-4ED1-BA88-A2BB931EF7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e313922bb4c49"/>
          <a:srcRect xmlns:a="http://schemas.openxmlformats.org/drawingml/2006/main" l="25000" t="24000" r="25000" b="24000"/>
          <a:stretch xmlns:a="http://schemas.openxmlformats.org/drawingml/2006/main"/>
        </p:blipFill>
        <p:spPr>
          <a:xfrm xmlns:a="http://schemas.openxmlformats.org/drawingml/2006/main">
            <a:off x="6713329" y="2305050"/>
            <a:ext cx="5394742" cy="4324350"/>
          </a:xfrm>
          <a:prstGeom xmlns:a="http://schemas.openxmlformats.org/drawingml/2006/main" prst="rect">
            <a:avLst/>
          </a:prstGeom>
        </p:spPr>
      </p:pic>
      <p:sp>
        <p:nvSpPr>
          <p:cNvPr id="28" name="text-21">
            <a:extLst xmlns:a="http://schemas.openxmlformats.org/drawingml/2006/main">
              <a:ext uri="{FF2B5EF4-FFF2-40B4-BE49-F238E27FC236}">
                <a16:creationId xmlns:a16="http://schemas.microsoft.com/office/drawing/2014/main" id="{7A00F0AA-D8F3-4524-9062-1FB2DE22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5D6EA7-1DB5-40C1-A1E4-0C311D2EA2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e29076fe8c4444">
            <a:extLst>
              <a:ext uri="{96DAC541-7B7A-43D3-8B79-37D633B846F1}">
                <asvg:svgBlip xmlns:asvg="http://schemas.microsoft.com/office/drawing/2016/SVG/main" r:embed="Rb83cd5e4fd90433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30" name="text-22">
            <a:extLst xmlns:a="http://schemas.openxmlformats.org/drawingml/2006/main">
              <a:ext uri="{FF2B5EF4-FFF2-40B4-BE49-F238E27FC236}">
                <a16:creationId xmlns:a16="http://schemas.microsoft.com/office/drawing/2014/main" id="{3A7FA9FE-4F8A-4A0F-AE88-B9D973FC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{}는 연결용 구성이 아닙니다. 실제 PLC 연결은 없으며 임시 설정은 재시작 시 사라질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수 있습니다.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3EB5C9-26FF-4F2E-BC30-285C536FF7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279c5f464748a7">
            <a:extLst>
              <a:ext uri="{96DAC541-7B7A-43D3-8B79-37D633B846F1}">
                <asvg:svgBlip xmlns:asvg="http://schemas.microsoft.com/office/drawing/2016/SVG/main" r:embed="Recac984a55854e5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2" name="text-23">
            <a:extLst xmlns:a="http://schemas.openxmlformats.org/drawingml/2006/main">
              <a:ext uri="{FF2B5EF4-FFF2-40B4-BE49-F238E27FC236}">
                <a16:creationId xmlns:a16="http://schemas.microsoft.com/office/drawing/2014/main" id="{3EC444A5-30ED-4CC3-AD1B-5F399CB4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채널이 Enabled·Stopped로 등록됩니다.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등록 결과는 다음 구성 검색 화면에서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4235692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1">
            <a:extLst xmlns:a="http://schemas.openxmlformats.org/drawingml/2006/main">
              <a:ext uri="{FF2B5EF4-FFF2-40B4-BE49-F238E27FC236}">
                <a16:creationId xmlns:a16="http://schemas.microsoft.com/office/drawing/2014/main" id="{889C9A7C-C321-451A-A1EF-94362C2A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IIoT Gateway  /  03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3E5A082-D768-4CF9-8133-B433B390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BCE4D-AC47-42B2-ABA8-34103FA5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3AE09AD-625D-42BF-A8F1-F196FF58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ADE588F-175F-47E6-8650-31EEB951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구성 검색 후 다시 불러오기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4FECD98-50A9-4392-98F2-006FDDDB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현재 목록에서 필요한 채널·설비·태그를 찾습니다.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143447-5C03-40CC-B42F-192D3284C5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b89bae570e4f4e">
            <a:extLst>
              <a:ext uri="{96DAC541-7B7A-43D3-8B79-37D633B846F1}">
                <asvg:svgBlip xmlns:asvg="http://schemas.microsoft.com/office/drawing/2016/SVG/main" r:embed="Rc01e78c6df25437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84220E96-6C3A-40BE-8605-B519569A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59E99283-D82B-4D21-8501-05A44631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현재 목록 범위 확인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22393E0B-3745-48A5-9463-09C983D1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채널 · 설비 · 태그 범위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CD233F-B8A9-4726-9068-B5605FCE7C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d85cfeab0450a">
            <a:extLst>
              <a:ext uri="{96DAC541-7B7A-43D3-8B79-37D633B846F1}">
                <asvg:svgBlip xmlns:asvg="http://schemas.microsoft.com/office/drawing/2016/SVG/main" r:embed="Rc26fffdd362945b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629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CE0BE5C5-6963-4E52-AB9E-C06BF9BF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48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404EB6D8-DA9D-4D7A-80B0-AA524BEC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0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목록 검색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3FDD8538-600E-4B6D-A06A-D47FABF0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100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현재 목록 검색: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Manual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B44AB0-2CF7-45B8-AE3C-2E73A90E35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a0b7f1f1c346bb">
            <a:extLst>
              <a:ext uri="{96DAC541-7B7A-43D3-8B79-37D633B846F1}">
                <asvg:svgBlip xmlns:asvg="http://schemas.microsoft.com/office/drawing/2016/SVG/main" r:embed="R98d9acc7f9bc451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905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7E0CCA9D-171B-4432-831E-F82D2B22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3244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E3ED92A5-903A-4F57-9882-6E6F30C0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8768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표시 건수 대조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7978FDB7-9528-4DE2-B2C6-2B12CC7C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2863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표시 건수 / 전체 항목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ED2F44-DEFE-40EA-9DAC-376E2F9F57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52ca941204468a">
            <a:extLst>
              <a:ext uri="{96DAC541-7B7A-43D3-8B79-37D633B846F1}">
                <asvg:svgBlip xmlns:asvg="http://schemas.microsoft.com/office/drawing/2016/SVG/main" r:embed="Rda72c49442f0405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58578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40430CAD-8AA3-47BD-8114-DEA8F16C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2769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C3775196-5AA1-4611-BBB6-7A8AF0C6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8293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저장 구성 재조회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EFB8D232-917A-45C6-9024-74458C49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2388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검색 삭제 → 새로고침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08E969-596A-4DE2-B51B-63842BAE27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fa216943a446a"/>
          <a:srcRect xmlns:a="http://schemas.openxmlformats.org/drawingml/2006/main" l="17000" t="33000" r="2000" b="29000"/>
          <a:stretch xmlns:a="http://schemas.openxmlformats.org/drawingml/2006/main"/>
        </p:blipFill>
        <p:spPr>
          <a:xfrm xmlns:a="http://schemas.openxmlformats.org/drawingml/2006/main">
            <a:off x="4191000" y="2579838"/>
            <a:ext cx="10439400" cy="3774774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9358EEC2-4942-422F-BB6A-73B843F2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5D7BE7-9E52-4E97-B626-FD4867F4E7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44e704ccd446e">
            <a:extLst>
              <a:ext uri="{96DAC541-7B7A-43D3-8B79-37D633B846F1}">
                <asvg:svgBlip xmlns:asvg="http://schemas.microsoft.com/office/drawing/2016/SVG/main" r:embed="R1721d3b0bc6741c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C5D73145-6AFD-41DB-82DA-4839A141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재조회에 실패하면 기존 목록을 최신 구성으로 간주하지 않습니다.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54CBF7-6BCA-4ACF-8A42-B44D162400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e5e95ace04971">
            <a:extLst>
              <a:ext uri="{96DAC541-7B7A-43D3-8B79-37D633B846F1}">
                <asvg:svgBlip xmlns:asvg="http://schemas.microsoft.com/office/drawing/2016/SVG/main" r:embed="Ref51d624094a40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8" name="text-20">
            <a:extLst xmlns:a="http://schemas.openxmlformats.org/drawingml/2006/main">
              <a:ext uri="{FF2B5EF4-FFF2-40B4-BE49-F238E27FC236}">
                <a16:creationId xmlns:a16="http://schemas.microsoft.com/office/drawing/2014/main" id="{1B5D3947-9269-480E-BA62-CA58A637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표시 건수와 최근 확인 시각이 갱신됩니다.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장치 재시작이나 구성 저장은 수행하지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3023049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1">
            <a:extLst xmlns:a="http://schemas.openxmlformats.org/drawingml/2006/main">
              <a:ext uri="{FF2B5EF4-FFF2-40B4-BE49-F238E27FC236}">
                <a16:creationId xmlns:a16="http://schemas.microsoft.com/office/drawing/2014/main" id="{9DB95A3F-4B44-43A2-B160-D1FD5C2A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IIoT Gateway  /  04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8D565CFA-5CD1-4363-ABA5-2A74E192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AD4EDF-A080-458B-826E-9AFAA8BA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62E8290-B0EC-49CF-A27C-FD8ADA5E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CAA4758-8581-49EB-B8D1-60059D5B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Gateway·OPC UA 상태 점검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084D3F4-F16D-4336-9EA4-FC4849A4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UI 접근, 수집 서버, OPC UA 연결을 따로 확인합니다.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7ED0E-7B00-4714-9690-001852CF07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95c6e406242e9">
            <a:extLst>
              <a:ext uri="{96DAC541-7B7A-43D3-8B79-37D633B846F1}">
                <asvg:svgBlip xmlns:asvg="http://schemas.microsoft.com/office/drawing/2016/SVG/main" r:embed="R5b2eb067de7d467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510919C1-F91D-45C5-B590-BE33EDCD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EF2A3AAF-6A04-4899-8E21-BE1C270A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Monitoring 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F1F27C76-D2AC-4923-9F70-7349425B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왼쪽 Monitoring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21C0F-44A3-464B-A94C-B5B5A1B8A9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938c06b8c84390">
            <a:extLst>
              <a:ext uri="{96DAC541-7B7A-43D3-8B79-37D633B846F1}">
                <asvg:svgBlip xmlns:asvg="http://schemas.microsoft.com/office/drawing/2016/SVG/main" r:embed="R80c84a7eea47466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E7A6B227-FB32-4458-BABE-65BF0170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02CFB3B4-8C2F-4157-B89C-EBE4CAA3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수집 서버 상태 갱신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1EECA1E1-3743-4195-9342-7B08C469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Server Status →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Refresh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DD8A1-AA8B-4E7D-B025-3F7F56EF54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00adaed944eaf">
            <a:extLst>
              <a:ext uri="{96DAC541-7B7A-43D3-8B79-37D633B846F1}">
                <asvg:svgBlip xmlns:asvg="http://schemas.microsoft.com/office/drawing/2016/SVG/main" r:embed="R24bb067325324f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581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1F0475D9-441E-4135-8E7C-D86AF95F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0C22F1DE-1055-4D2F-9220-92E9475F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52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OPC UA 연결 읽기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8B9C96C2-76D4-46CF-A1DF-339334C3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Connection Status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Endpoint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B62B01-75D3-465F-9894-541DD63418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ab4bc050c4557"/>
          <a:srcRect xmlns:a="http://schemas.openxmlformats.org/drawingml/2006/main" l="17000" t="10000" r="2000" b="18000"/>
          <a:stretch xmlns:a="http://schemas.openxmlformats.org/drawingml/2006/main"/>
        </p:blipFill>
        <p:spPr>
          <a:xfrm xmlns:a="http://schemas.openxmlformats.org/drawingml/2006/main">
            <a:off x="6254776" y="2305050"/>
            <a:ext cx="6311848" cy="432435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05542823-CA6A-4FA2-876E-F6D99E42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FF2EA1-11B9-43FF-B127-95988D99E1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82cc427a94e48">
            <a:extLst>
              <a:ext uri="{96DAC541-7B7A-43D3-8B79-37D633B846F1}">
                <asvg:svgBlip xmlns:asvg="http://schemas.microsoft.com/office/drawing/2016/SVG/main" r:embed="Rb8e77b6620a54c0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2" name="text-16">
            <a:extLst xmlns:a="http://schemas.openxmlformats.org/drawingml/2006/main">
              <a:ext uri="{FF2B5EF4-FFF2-40B4-BE49-F238E27FC236}">
                <a16:creationId xmlns:a16="http://schemas.microsoft.com/office/drawing/2014/main" id="{AD748630-54DB-4CD1-A840-DD13D39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backend :5191 미가동. 조회 실습에서는 Start·Restart·Stop·Connect를 누르지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않습니다.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AEE0BF-1729-408A-A441-E34AE93320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6a0c1bb0a40b3">
            <a:extLst>
              <a:ext uri="{96DAC541-7B7A-43D3-8B79-37D633B846F1}">
                <asvg:svgBlip xmlns:asvg="http://schemas.microsoft.com/office/drawing/2016/SVG/main" r:embed="R9c1753b3adf543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4" name="text-17">
            <a:extLst xmlns:a="http://schemas.openxmlformats.org/drawingml/2006/main">
              <a:ext uri="{FF2B5EF4-FFF2-40B4-BE49-F238E27FC236}">
                <a16:creationId xmlns:a16="http://schemas.microsoft.com/office/drawing/2014/main" id="{1EC3864B-BBD7-4376-B960-C6D04060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Gateway 정지·OPC UA 미연결 상태입니다.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UI 접근과 실제 수집 성공은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11675680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">
            <a:extLst xmlns:a="http://schemas.openxmlformats.org/drawingml/2006/main">
              <a:ext uri="{FF2B5EF4-FFF2-40B4-BE49-F238E27FC236}">
                <a16:creationId xmlns:a16="http://schemas.microsoft.com/office/drawing/2014/main" id="{10F21CFC-C4F7-4D3B-894F-A733936B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03  TwinForge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B819EC5A-4F52-4D9C-A104-8EF5681C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F7F8F-7C4E-4C61-B819-480FA90F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F3F29B3-FAEF-4A10-B7E6-13BCCA36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4D879-7C2B-4138-BA8C-724C4F93A2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8fd028bef4c82">
            <a:extLst>
              <a:ext uri="{96DAC541-7B7A-43D3-8B79-37D633B846F1}">
                <asvg:svgBlip xmlns:asvg="http://schemas.microsoft.com/office/drawing/2016/SVG/main" r:embed="R2271705f7d41451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362075"/>
            <a:ext cx="1095375" cy="1095375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598BB3A-1394-4B12-B2E4-C60AC010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5048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TwinForge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996FE931-607A-4376-807C-4AE03550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14825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3D 모의 공장에서 설비를 찾고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운영 근거 읽기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A8982CE9-AB54-4A78-A2DF-62D9A9A5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149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6개 동작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9D881D-479A-4E32-997B-59CBFD5CF6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746baede1640a6"/>
          <a:srcRect xmlns:a="http://schemas.openxmlformats.org/drawingml/2006/main" l="1000" t="0" r="2000" b="26000"/>
          <a:stretch xmlns:a="http://schemas.openxmlformats.org/drawingml/2006/main"/>
        </p:blipFill>
        <p:spPr>
          <a:xfrm xmlns:a="http://schemas.openxmlformats.org/drawingml/2006/main">
            <a:off x="6350109" y="1381125"/>
            <a:ext cx="8102383" cy="476250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7FD2F6-FA3B-40E4-A10C-08FA2F9151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b4cef0091f461d">
            <a:extLst>
              <a:ext uri="{96DAC541-7B7A-43D3-8B79-37D633B846F1}">
                <asvg:svgBlip xmlns:asvg="http://schemas.microsoft.com/office/drawing/2016/SVG/main" r:embed="Re05f9f00b5bf495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6819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1" name="text-7">
            <a:extLst xmlns:a="http://schemas.openxmlformats.org/drawingml/2006/main">
              <a:ext uri="{FF2B5EF4-FFF2-40B4-BE49-F238E27FC236}">
                <a16:creationId xmlns:a16="http://schemas.microsoft.com/office/drawing/2014/main" id="{BACF99E8-34EB-4822-AE02-D09ABC43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6791325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모의 공장 시작·정지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187BD-ACB7-4A00-A900-BBE50FD260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bbf4c8b5c4d3a">
            <a:extLst>
              <a:ext uri="{96DAC541-7B7A-43D3-8B79-37D633B846F1}">
                <asvg:svgBlip xmlns:asvg="http://schemas.microsoft.com/office/drawing/2016/SVG/main" r:embed="R1ca9f1dd1de84d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67350" y="6819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3" name="text-8">
            <a:extLst xmlns:a="http://schemas.openxmlformats.org/drawingml/2006/main">
              <a:ext uri="{FF2B5EF4-FFF2-40B4-BE49-F238E27FC236}">
                <a16:creationId xmlns:a16="http://schemas.microsoft.com/office/drawing/2014/main" id="{216D241F-7AD2-4686-9458-8A02FC87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6791325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설비 탐색·시점 이동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778A52-AF9E-4033-8E08-662BB19350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d33616fe44bdd">
            <a:extLst>
              <a:ext uri="{96DAC541-7B7A-43D3-8B79-37D633B846F1}">
                <asvg:svgBlip xmlns:asvg="http://schemas.microsoft.com/office/drawing/2016/SVG/main" r:embed="R4c093d02f525440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29850" y="6819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5" name="text-9">
            <a:extLst xmlns:a="http://schemas.openxmlformats.org/drawingml/2006/main">
              <a:ext uri="{FF2B5EF4-FFF2-40B4-BE49-F238E27FC236}">
                <a16:creationId xmlns:a16="http://schemas.microsoft.com/office/drawing/2014/main" id="{EA49B664-3BF9-473F-B0AE-A3B6B527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791325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필터 CSV 보관</a:t>
            </a:r>
          </a:p>
        </p:txBody>
      </p:sp>
      <p:sp>
        <p:nvSpPr>
          <p:cNvPr id="16" name="text-10">
            <a:extLst xmlns:a="http://schemas.openxmlformats.org/drawingml/2006/main">
              <a:ext uri="{FF2B5EF4-FFF2-40B4-BE49-F238E27FC236}">
                <a16:creationId xmlns:a16="http://schemas.microsoft.com/office/drawing/2014/main" id="{309C34A6-7117-485B-B3FE-C9277BD0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43825"/>
            <a:ext cx="1381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4975B5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ffd728858f784e87"/>
              </a:rPr>
              <a:t>http://127.0.0.1:5182/</a:t>
            </a:r>
          </a:p>
        </p:txBody>
      </p:sp>
    </p:spTree>
    <p:extLst>
      <p:ext uri="{BB962C8B-B14F-4D97-AF65-F5344CB8AC3E}">
        <p14:creationId xmlns:p14="http://schemas.microsoft.com/office/powerpoint/2010/main" val="10516022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1">
            <a:extLst xmlns:a="http://schemas.openxmlformats.org/drawingml/2006/main">
              <a:ext uri="{FF2B5EF4-FFF2-40B4-BE49-F238E27FC236}">
                <a16:creationId xmlns:a16="http://schemas.microsoft.com/office/drawing/2014/main" id="{056CAD5E-0E23-4435-B430-79C9A85E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TwinForge  /  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54D5E91-AB40-4A5D-9B90-4C10C120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A5E89-9134-4FAD-B3C9-DF679445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57F902F-28A6-4DAC-9297-E6E68AC0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5FDBE92-6104-4F55-87E6-9B97B70A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공장 데이터의 출처 읽기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C4746E9-0266-42C2-AE74-1C3E77A6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실시간 연결과 모의 생산, 마지막 수신 시각을 구분합니다.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0CAD7-F44D-47FC-BC77-883573F396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21f8f336824205">
            <a:extLst>
              <a:ext uri="{96DAC541-7B7A-43D3-8B79-37D633B846F1}">
                <asvg:svgBlip xmlns:asvg="http://schemas.microsoft.com/office/drawing/2016/SVG/main" r:embed="R565cfa4fc2084ef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72DC7AAD-7035-4C6E-BCA3-3C8FE797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824034BA-E204-400B-8A99-571C554D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가상 공장 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D7962782-75A2-4749-BCE2-55388BE9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가상 공장 · 운영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모니터링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5295B-7A36-4AF2-9CE0-24D3C93A11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b860f100b4210">
            <a:extLst>
              <a:ext uri="{96DAC541-7B7A-43D3-8B79-37D633B846F1}">
                <asvg:svgBlip xmlns:asvg="http://schemas.microsoft.com/office/drawing/2016/SVG/main" r:embed="Reeb57d0c9ee842c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629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D55E51C0-743B-46CC-92AE-7D303231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48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B77484AC-C2C8-4BB3-8457-3F2D9B19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0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연결과 출처 확인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B5381BDE-3CAF-414E-949B-3EF81209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100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연결 배지 · 로컬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시뮬레이션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F0E68-90BC-4F79-96B2-331C31E159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7810465da45a8">
            <a:extLst>
              <a:ext uri="{96DAC541-7B7A-43D3-8B79-37D633B846F1}">
                <asvg:svgBlip xmlns:asvg="http://schemas.microsoft.com/office/drawing/2016/SVG/main" r:embed="R74fc1999eb57437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905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BCA9F82E-F191-45ED-BB58-FC818566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3244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436CA04D-A994-4CD7-B2B0-239FB29E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8768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원본 갱신 지연 확인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AD1C0E1C-36C2-4A77-971B-6EA69305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2863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원본 수신 N초 전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갱신 지연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E6707F-F859-4385-9768-DE62A7FED6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ef952600740c3">
            <a:extLst>
              <a:ext uri="{96DAC541-7B7A-43D3-8B79-37D633B846F1}">
                <asvg:svgBlip xmlns:asvg="http://schemas.microsoft.com/office/drawing/2016/SVG/main" r:embed="Rcb9d750501de495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61817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154CB499-7FE5-4A77-B22F-67BC69A4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6008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5D8BFE55-17ED-4BF1-BE52-30B6747F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1531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공장 현황 읽기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1348BAB6-436B-4297-9ABF-7F0D9CC4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5627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가동 설비 · 비율 · 모의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출하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4939DA-DB9E-4B69-B9C3-40660970CC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f6c1369cb74ead"/>
          <a:srcRect xmlns:a="http://schemas.openxmlformats.org/drawingml/2006/main" l="1000" t="0" r="2000" b="26000"/>
          <a:stretch xmlns:a="http://schemas.openxmlformats.org/drawingml/2006/main"/>
        </p:blipFill>
        <p:spPr>
          <a:xfrm xmlns:a="http://schemas.openxmlformats.org/drawingml/2006/main">
            <a:off x="5732218" y="2305050"/>
            <a:ext cx="7356964" cy="432435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7AE63283-3DBB-47B3-911B-788B2793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49630F-BBE6-4C5A-AD79-901E5C61BA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5551df17ac4892">
            <a:extLst>
              <a:ext uri="{96DAC541-7B7A-43D3-8B79-37D633B846F1}">
                <asvg:svgBlip xmlns:asvg="http://schemas.microsoft.com/office/drawing/2016/SVG/main" r:embed="Ra595f006e1ef48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6487AE64-7C66-4294-BE82-02FF9A67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현재 값은 로컬 모의 생산 데이터입니다. 연결 중단 후 남은 값은 마지막 수신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상태입니다.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52EB1D-4F26-4D54-BF83-47EA29F31B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2b8419b5b4754">
            <a:extLst>
              <a:ext uri="{96DAC541-7B7A-43D3-8B79-37D633B846F1}">
                <asvg:svgBlip xmlns:asvg="http://schemas.microsoft.com/office/drawing/2016/SVG/main" r:embed="R424f92b467984d3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8" name="text-20">
            <a:extLst xmlns:a="http://schemas.openxmlformats.org/drawingml/2006/main">
              <a:ext uri="{FF2B5EF4-FFF2-40B4-BE49-F238E27FC236}">
                <a16:creationId xmlns:a16="http://schemas.microsoft.com/office/drawing/2014/main" id="{A862330E-9DF0-4718-9773-3BBED867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모의 공장 현황과 마지막 수신 상태가 표시됩니다.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미리보기의 ‘—’는 측정값 0과 다릅니다.</a:t>
            </a:r>
          </a:p>
        </p:txBody>
      </p:sp>
    </p:spTree>
    <p:extLst>
      <p:ext uri="{BB962C8B-B14F-4D97-AF65-F5344CB8AC3E}">
        <p14:creationId xmlns:p14="http://schemas.microsoft.com/office/powerpoint/2010/main" val="156320468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1">
            <a:extLst xmlns:a="http://schemas.openxmlformats.org/drawingml/2006/main">
              <a:ext uri="{FF2B5EF4-FFF2-40B4-BE49-F238E27FC236}">
                <a16:creationId xmlns:a16="http://schemas.microsoft.com/office/drawing/2014/main" id="{9FB050F6-5175-42FC-AD60-6BCE5F9C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TwinForge  /  02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E4808266-3752-4062-B1A3-CD2F502E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2FA73-D8F0-4F70-BB82-DA229D9E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9748E47-59ED-4D9E-A03E-1D6390B9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3104204-D73C-4203-8264-E50452F1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모의 공장 시작·정지하기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800D6EF-BBBA-49D7-B17D-97EFA8B0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선택 업종의 시뮬레이션과 수신 갱신을 확인합니다.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BA999-0F98-4AF5-BBE8-2A8B824AC5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1135136ac4a3d">
            <a:extLst>
              <a:ext uri="{96DAC541-7B7A-43D3-8B79-37D633B846F1}">
                <asvg:svgBlip xmlns:asvg="http://schemas.microsoft.com/office/drawing/2016/SVG/main" r:embed="Rb712d3107b484a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5AC30B6C-A3F1-47FC-AAC6-C629CDCC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B5918084-C901-41BC-8890-F74A11ED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현재 업종 확인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40EE7D95-3D59-42B9-B643-623A5298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업종 변경은 정지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상태에서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7167BC-CE04-4AAF-88FE-9A3E111646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d043e0eea34fd1">
            <a:extLst>
              <a:ext uri="{96DAC541-7B7A-43D3-8B79-37D633B846F1}">
                <asvg:svgBlip xmlns:asvg="http://schemas.microsoft.com/office/drawing/2016/SVG/main" r:embed="Rf0abfbab2c654c2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5401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5FB2A813-5628-447C-BE58-95DAD206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9592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2026FB5D-5C87-4FB3-AE16-5576A171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115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시뮬레이션 시작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2442D65F-5324-4A2A-900C-836D79E7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9211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▶ 시뮬레이션 시작 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번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730D9A-075E-45BB-82A3-0094424806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3419a9bfe643df">
            <a:extLst>
              <a:ext uri="{96DAC541-7B7A-43D3-8B79-37D633B846F1}">
                <asvg:svgBlip xmlns:asvg="http://schemas.microsoft.com/office/drawing/2016/SVG/main" r:embed="Rcce07b7d3eb345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7275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D16952CC-5867-4856-9BB7-F1A2CE87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1466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3E3180DA-1EB8-4227-8667-D0FC6474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990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실행과 갱신 확인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ACE8A25E-0C47-4844-B6C5-C2AEDFCB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1085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설비 목록 · 3D · 수신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틱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2D8ABB-4349-4417-8B8C-44E9CC4E14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a7349313234308">
            <a:extLst>
              <a:ext uri="{96DAC541-7B7A-43D3-8B79-37D633B846F1}">
                <asvg:svgBlip xmlns:asvg="http://schemas.microsoft.com/office/drawing/2016/SVG/main" r:embed="Rd934c44943b74e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5915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AB3FDF1A-7E3A-4F4C-8732-6697DDC8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334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11190578-F9A1-4F8C-97F3-60783125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886450"/>
            <a:ext cx="2714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정지 후 필요 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재시작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3CD5E3EC-1B97-4D43-9CAC-B38C6141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629400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Ⅱ 정지 → 필요 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재시작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D862E2-F7AF-4025-BBD3-DCCA29E153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79da12c864c36"/>
          <a:srcRect xmlns:a="http://schemas.openxmlformats.org/drawingml/2006/main" l="1000" t="11000" r="2000" b="26000"/>
          <a:stretch xmlns:a="http://schemas.openxmlformats.org/drawingml/2006/main"/>
        </p:blipFill>
        <p:spPr>
          <a:xfrm xmlns:a="http://schemas.openxmlformats.org/drawingml/2006/main">
            <a:off x="5089944" y="2305050"/>
            <a:ext cx="8641513" cy="432435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12D634B9-DF0F-4E5B-A4F3-C5245691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FE252C-6FD6-49F5-AA08-592A69DBFE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a28a323664199">
            <a:extLst>
              <a:ext uri="{96DAC541-7B7A-43D3-8B79-37D633B846F1}">
                <asvg:svgBlip xmlns:asvg="http://schemas.microsoft.com/office/drawing/2016/SVG/main" r:embed="Rdcc9ed0c64224a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D2397187-FE72-45B9-A2A7-F1ACDB71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정지 직후 원본 수신 지연이 보이는 캡처입니다. 배지와 원본 시각을 함께 확인합니다.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05B185-5F46-4ACE-99E5-2C8BCD76B2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6d325cd6f42e7">
            <a:extLst>
              <a:ext uri="{96DAC541-7B7A-43D3-8B79-37D633B846F1}">
                <asvg:svgBlip xmlns:asvg="http://schemas.microsoft.com/office/drawing/2016/SVG/main" r:embed="R4dabbc983f7848a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8" name="text-20">
            <a:extLst xmlns:a="http://schemas.openxmlformats.org/drawingml/2006/main">
              <a:ext uri="{FF2B5EF4-FFF2-40B4-BE49-F238E27FC236}">
                <a16:creationId xmlns:a16="http://schemas.microsoft.com/office/drawing/2014/main" id="{DFB853CC-2FB0-4FDD-B608-A11E3596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로컬 공장이 실행되고 정지 명령을 확인할 수 있습니다.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설비 수와 상태는 업종·모드에 따라 달라집니다.</a:t>
            </a:r>
          </a:p>
        </p:txBody>
      </p:sp>
    </p:spTree>
    <p:extLst>
      <p:ext uri="{BB962C8B-B14F-4D97-AF65-F5344CB8AC3E}">
        <p14:creationId xmlns:p14="http://schemas.microsoft.com/office/powerpoint/2010/main" val="25571836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1">
            <a:extLst xmlns:a="http://schemas.openxmlformats.org/drawingml/2006/main">
              <a:ext uri="{FF2B5EF4-FFF2-40B4-BE49-F238E27FC236}">
                <a16:creationId xmlns:a16="http://schemas.microsoft.com/office/drawing/2014/main" id="{121134CA-B335-4717-A9E7-EDAC68B4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TwinForge  /  03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6ADCBA4-ED4A-4825-8676-2493D156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8EB2E-30DA-4C1F-9155-3C712319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BFD35D1-7022-4C30-BAC6-D289BA9F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119EC5C-3015-4AAA-96EA-96AC7766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설비 검색과 구역 필터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D3E48DB-3EBF-4545-B002-872FA60C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대규모 공장에서 필요한 설비 집합만 탐색합니다.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3C52F-1703-4535-B97B-15BE1AAECD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08607cf174dc9">
            <a:extLst>
              <a:ext uri="{96DAC541-7B7A-43D3-8B79-37D633B846F1}">
                <asvg:svgBlip xmlns:asvg="http://schemas.microsoft.com/office/drawing/2016/SVG/main" r:embed="Re85f283e763c41a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06C86740-DD0D-4618-BB0E-47EB10EC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95E8393F-CF6B-4F44-ACEE-C47C611D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설비 검색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6BCE1D66-55A0-4CC6-8C67-C4AC3FE7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이름 · 종류 · 구역 · 셀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공정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6E993-84B0-466C-813B-D8A8E1FFD5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bb3bc7c0e4247">
            <a:extLst>
              <a:ext uri="{96DAC541-7B7A-43D3-8B79-37D633B846F1}">
                <asvg:svgBlip xmlns:asvg="http://schemas.microsoft.com/office/drawing/2016/SVG/main" r:embed="R21124475a00b48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629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9CC800E1-90CA-452C-AF5A-FCF2672E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48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D6FDC06F-FAAD-4D12-ADC0-F5C90BC9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0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상태와 구역 선택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64333607-E722-4874-8B92-5B309E82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100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상태 · 제조 구역 함께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선택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2E0493-D68C-4D58-98C3-85073090CB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33deebef64d68">
            <a:extLst>
              <a:ext uri="{96DAC541-7B7A-43D3-8B79-37D633B846F1}">
                <asvg:svgBlip xmlns:asvg="http://schemas.microsoft.com/office/drawing/2016/SVG/main" r:embed="Rb18fee113f5a49a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905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CFE39D5B-A69B-49FD-BF18-1C8A7CD7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3244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BAF4EB76-58CD-4F25-8D67-180AAAED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8768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결과에서 설비 선택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C7ED8EA3-462A-499A-ADA4-C096968F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2863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결과 수 확인 → 설비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행 선택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98E546-1A0E-4AEE-80FA-D33ADA8538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b16d01f5f400b">
            <a:extLst>
              <a:ext uri="{96DAC541-7B7A-43D3-8B79-37D633B846F1}">
                <asvg:svgBlip xmlns:asvg="http://schemas.microsoft.com/office/drawing/2016/SVG/main" r:embed="Rc92ad220e5a745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61817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7C47BF23-2FC4-433A-941F-D16D8086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6008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ECFF669E-6364-4774-917D-E70160C6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1531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전체 설비로 복귀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C55DE30B-FA8C-4693-B14B-2A504CFF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5627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필터 초기화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946DE4-4E1D-4F60-AC76-20B5377EDF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97c37621541ac"/>
          <a:srcRect xmlns:a="http://schemas.openxmlformats.org/drawingml/2006/main" l="1000" t="42000" r="2000" b="1000"/>
          <a:stretch xmlns:a="http://schemas.openxmlformats.org/drawingml/2006/main"/>
        </p:blipFill>
        <p:spPr>
          <a:xfrm xmlns:a="http://schemas.openxmlformats.org/drawingml/2006/main">
            <a:off x="4635127" y="2305050"/>
            <a:ext cx="9551146" cy="432435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2F17B92C-3B73-4540-8E57-936A5EAE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C56C06-24F8-4312-B7D1-563109AA3A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576b3b4c148d5">
            <a:extLst>
              <a:ext uri="{96DAC541-7B7A-43D3-8B79-37D633B846F1}">
                <asvg:svgBlip xmlns:asvg="http://schemas.microsoft.com/office/drawing/2016/SVG/main" r:embed="Rd4a28b8e8efb49f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271452D0-6BFF-4CF5-B208-DA3CE1CB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필터는 탐색 목록을 제한합니다. 3D에 전체 설비가 보일 수 있으며 구역 필터는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대규모 배치에서 표시됩니다.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C52997-F171-4D72-A979-FB37812132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b5b3b68dc40cd">
            <a:extLst>
              <a:ext uri="{96DAC541-7B7A-43D3-8B79-37D633B846F1}">
                <asvg:svgBlip xmlns:asvg="http://schemas.microsoft.com/office/drawing/2016/SVG/main" r:embed="Rfbc6830c0d2a4ca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8" name="text-20">
            <a:extLst xmlns:a="http://schemas.openxmlformats.org/drawingml/2006/main">
              <a:ext uri="{FF2B5EF4-FFF2-40B4-BE49-F238E27FC236}">
                <a16:creationId xmlns:a16="http://schemas.microsoft.com/office/drawing/2014/main" id="{3A4C5376-8E3F-48F8-99B9-89D6AFF2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조건에 맞는 설비와 결과 수가 표시됩니다.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50대 초과 시 이전·다음으로 목록을 넘깁니다.</a:t>
            </a:r>
          </a:p>
        </p:txBody>
      </p:sp>
    </p:spTree>
    <p:extLst>
      <p:ext uri="{BB962C8B-B14F-4D97-AF65-F5344CB8AC3E}">
        <p14:creationId xmlns:p14="http://schemas.microsoft.com/office/powerpoint/2010/main" val="196880289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-1">
            <a:extLst xmlns:a="http://schemas.openxmlformats.org/drawingml/2006/main">
              <a:ext uri="{FF2B5EF4-FFF2-40B4-BE49-F238E27FC236}">
                <a16:creationId xmlns:a16="http://schemas.microsoft.com/office/drawing/2014/main" id="{C4687433-D4AA-4FDA-B9DA-FB9EF3D0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TwinForge  /  04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7D98A8A-0615-4471-8466-C0B08339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1FADF-7E61-47C6-A8CE-5F048834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DB396E5-9789-4979-95D5-0B0EAA60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F861430-8387-4FBD-8EDB-50A77C52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설비 상세와 시점 확인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1AAD70C-A695-493B-9625-A16DB6C0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선택 설비의 값·위치·제어 조건을 확인합니다.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E7EB9-7C30-4B3E-BC4E-46ED58F93F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8b6b7c547421d">
            <a:extLst>
              <a:ext uri="{96DAC541-7B7A-43D3-8B79-37D633B846F1}">
                <asvg:svgBlip xmlns:asvg="http://schemas.microsoft.com/office/drawing/2016/SVG/main" r:embed="R5fbcebdb320840a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B92889C2-16B7-4EB0-B3E2-0A9BEDF9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14DF47ED-678D-4319-8B3A-6AE58CC1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설비 하나 선택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8A5A89D1-96F0-40F8-983D-2D6188AB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목록 · 3D 선택 후 이름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대조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F0887-77D8-4FB4-850B-AFD8634A4D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6c6fb21b049ab">
            <a:extLst>
              <a:ext uri="{96DAC541-7B7A-43D3-8B79-37D633B846F1}">
                <asvg:svgBlip xmlns:asvg="http://schemas.microsoft.com/office/drawing/2016/SVG/main" r:embed="R217ff01abd314e7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488531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E6A6ECA2-FCED-4B13-A824-49D67062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907631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23B939DA-6710-43E0-BCA4-53873EB7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59956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운영 데이터 읽기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57C4BE96-D925-4B31-8420-5A523A54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869531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구역 · 좌표 · 원본 값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시각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E86549-7FEB-4209-8E7C-838AF13868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cc36b47674136">
            <a:extLst>
              <a:ext uri="{96DAC541-7B7A-43D3-8B79-37D633B846F1}">
                <asvg:svgBlip xmlns:asvg="http://schemas.microsoft.com/office/drawing/2016/SVG/main" r:embed="R70c80b6b7dde4d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624388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75CF677A-F654-4C6D-8470-6B1CAFC2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43488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8030C2F2-7B02-4772-82B0-53068026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95813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선택 설비로 이동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33FBBB91-DD89-483C-AF0D-46C9D56C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005388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선택 설비로 이동 ↗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3653B4-CAD9-460A-9577-F20AE3A3F5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eff420a1f4ceb">
            <a:extLst>
              <a:ext uri="{96DAC541-7B7A-43D3-8B79-37D633B846F1}">
                <asvg:svgBlip xmlns:asvg="http://schemas.microsoft.com/office/drawing/2016/SVG/main" r:embed="Rc0b02a42627649f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5436394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498D4415-545C-4E2F-9EBE-80BECD14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855494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7A7D9BCE-B0C1-45EE-AAA5-B55802B6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407819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허용된 개별 제어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BA37A332-035D-4E0E-8090-A57907A2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817394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로컬 실행 중 설비 정지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· 시작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0B39A8-1639-404A-B905-64F79E03C3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2af6d6ce44a98">
            <a:extLst>
              <a:ext uri="{96DAC541-7B7A-43D3-8B79-37D633B846F1}">
                <asvg:svgBlip xmlns:asvg="http://schemas.microsoft.com/office/drawing/2016/SVG/main" r:embed="R4cffc38101064e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65722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FF77D68A-89D3-43A2-BA3C-9B4CA2A0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9913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5" name="text-19">
            <a:extLst xmlns:a="http://schemas.openxmlformats.org/drawingml/2006/main">
              <a:ext uri="{FF2B5EF4-FFF2-40B4-BE49-F238E27FC236}">
                <a16:creationId xmlns:a16="http://schemas.microsoft.com/office/drawing/2014/main" id="{97A2DD16-06C7-4724-B924-B78560A5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54367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알람 이력 확인</a:t>
            </a:r>
          </a:p>
        </p:txBody>
      </p:sp>
      <p:sp>
        <p:nvSpPr>
          <p:cNvPr id="26" name="text-20">
            <a:extLst xmlns:a="http://schemas.openxmlformats.org/drawingml/2006/main">
              <a:ext uri="{FF2B5EF4-FFF2-40B4-BE49-F238E27FC236}">
                <a16:creationId xmlns:a16="http://schemas.microsoft.com/office/drawing/2014/main" id="{9ED42950-CD8E-4A9C-BD9E-48456049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953250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알람 이력의 수신 기록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C36908-F5A5-45DC-9F7F-8DB5A26D23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7e1ebe0ab48e3"/>
          <a:srcRect xmlns:a="http://schemas.openxmlformats.org/drawingml/2006/main" l="1000" t="44000" r="2000" b="1000"/>
          <a:stretch xmlns:a="http://schemas.openxmlformats.org/drawingml/2006/main"/>
        </p:blipFill>
        <p:spPr>
          <a:xfrm xmlns:a="http://schemas.openxmlformats.org/drawingml/2006/main">
            <a:off x="4461470" y="2305050"/>
            <a:ext cx="9898460" cy="4324350"/>
          </a:xfrm>
          <a:prstGeom xmlns:a="http://schemas.openxmlformats.org/drawingml/2006/main" prst="rect">
            <a:avLst/>
          </a:prstGeom>
        </p:spPr>
      </p:pic>
      <p:sp>
        <p:nvSpPr>
          <p:cNvPr id="28" name="text-21">
            <a:extLst xmlns:a="http://schemas.openxmlformats.org/drawingml/2006/main">
              <a:ext uri="{FF2B5EF4-FFF2-40B4-BE49-F238E27FC236}">
                <a16:creationId xmlns:a16="http://schemas.microsoft.com/office/drawing/2014/main" id="{1C3C18E4-DDB0-418A-9D5D-8FC7F757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sp>
        <p:nvSpPr>
          <p:cNvPr id="29" name="screenshot-annotation-1">
            <a:extLst xmlns:a="http://schemas.openxmlformats.org/drawingml/2006/main">
              <a:ext uri="{FF2B5EF4-FFF2-40B4-BE49-F238E27FC236}">
                <a16:creationId xmlns:a16="http://schemas.microsoft.com/office/drawing/2014/main" id="{551FD22D-F7F5-43C5-905A-80CC5FDF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276" y="4180713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75B5"/>
          </a:solidFill>
          <a:ln xmlns:a="http://schemas.openxmlformats.org/drawingml/2006/main" w="2857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0" name="screenshot-annotation-2">
            <a:extLst xmlns:a="http://schemas.openxmlformats.org/drawingml/2006/main">
              <a:ext uri="{FF2B5EF4-FFF2-40B4-BE49-F238E27FC236}">
                <a16:creationId xmlns:a16="http://schemas.microsoft.com/office/drawing/2014/main" id="{70BAFF83-30E8-475C-B2C4-0A421B14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1074" y="288340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75B5"/>
          </a:solidFill>
          <a:ln xmlns:a="http://schemas.openxmlformats.org/drawingml/2006/main" w="2857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1" name="screenshot-annotation-3">
            <a:extLst xmlns:a="http://schemas.openxmlformats.org/drawingml/2006/main">
              <a:ext uri="{FF2B5EF4-FFF2-40B4-BE49-F238E27FC236}">
                <a16:creationId xmlns:a16="http://schemas.microsoft.com/office/drawing/2014/main" id="{CC00C81F-53C5-440E-A0C3-1F5A17FC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321" y="236448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75B5"/>
          </a:solidFill>
          <a:ln xmlns:a="http://schemas.openxmlformats.org/drawingml/2006/main" w="2857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042A9F-4216-49FE-9854-830CDEDDE2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1a4b176ea417f">
            <a:extLst>
              <a:ext uri="{96DAC541-7B7A-43D3-8B79-37D633B846F1}">
                <asvg:svgBlip xmlns:asvg="http://schemas.microsoft.com/office/drawing/2016/SVG/main" r:embed="R02c57e94564641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33" name="text-22">
            <a:extLst xmlns:a="http://schemas.openxmlformats.org/drawingml/2006/main">
              <a:ext uri="{FF2B5EF4-FFF2-40B4-BE49-F238E27FC236}">
                <a16:creationId xmlns:a16="http://schemas.microsoft.com/office/drawing/2014/main" id="{579F0FF7-45CA-40FC-B10D-B61D80EA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알람은 수신 이력입니다. 외부 PLC 제어 성공은 버튼 클릭과 별도로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Ack·RunFeedback을 확인합니다.</a:t>
            </a:r>
          </a:p>
        </p:txBody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BEAD15-77BD-4454-AEE2-A16FD9AD95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1f57170c24949">
            <a:extLst>
              <a:ext uri="{96DAC541-7B7A-43D3-8B79-37D633B846F1}">
                <asvg:svgBlip xmlns:asvg="http://schemas.microsoft.com/office/drawing/2016/SVG/main" r:embed="Re6d9533631b441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5" name="text-23">
            <a:extLst xmlns:a="http://schemas.openxmlformats.org/drawingml/2006/main">
              <a:ext uri="{FF2B5EF4-FFF2-40B4-BE49-F238E27FC236}">
                <a16:creationId xmlns:a16="http://schemas.microsoft.com/office/drawing/2014/main" id="{A8F59318-22A6-43D5-90A3-EE97288D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선택 설비와 정보가 일치하고 카메라가 이동합니다.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허용 조건을 충족할 때만 개별 제어가 활성화됩니다.</a:t>
            </a:r>
          </a:p>
        </p:txBody>
      </p:sp>
    </p:spTree>
    <p:extLst>
      <p:ext uri="{BB962C8B-B14F-4D97-AF65-F5344CB8AC3E}">
        <p14:creationId xmlns:p14="http://schemas.microsoft.com/office/powerpoint/2010/main" val="2446799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1">
            <a:extLst xmlns:a="http://schemas.openxmlformats.org/drawingml/2006/main">
              <a:ext uri="{FF2B5EF4-FFF2-40B4-BE49-F238E27FC236}">
                <a16:creationId xmlns:a16="http://schemas.microsoft.com/office/drawing/2014/main" id="{5623244F-F90D-4E36-A2FA-00B8250E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TwinForge  /  05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3577D73-5013-454E-8886-0AAA97AE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35B4A-642F-447F-B37D-0E6270EE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2847C16-78CB-4409-BFCA-95D5AB6F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D0EB623-06E9-4F2F-B94C-E346621D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필터 설비를 CSV로 저장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3EB945C-60EC-4143-8C3A-0809B80A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현재 설비 집합을 출처와 원본 시각까지 보관합니다.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287FF-98AB-4E7E-8138-B05488DE17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58d2eb355406f">
            <a:extLst>
              <a:ext uri="{96DAC541-7B7A-43D3-8B79-37D633B846F1}">
                <asvg:svgBlip xmlns:asvg="http://schemas.microsoft.com/office/drawing/2016/SVG/main" r:embed="R568dcf5ef3c745c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07C1329F-F0DF-4C10-BCDB-0D88916B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C27E21D1-AAB6-4DDA-A724-F087E26F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내보낼 설비 선택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C2C330F1-1BB5-4313-9A05-64E84346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검색 · 상태 · 구역 조건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적용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744B1-C4EF-4710-9D6B-9DA49AE69D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fa730b9b64646">
            <a:extLst>
              <a:ext uri="{96DAC541-7B7A-43D3-8B79-37D633B846F1}">
                <asvg:svgBlip xmlns:asvg="http://schemas.microsoft.com/office/drawing/2016/SVG/main" r:embed="R29448b23401a428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629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CB9E870E-6BD6-47EA-A892-357A36CA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48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0CBCA13E-CC36-4859-875B-25F4BA29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0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설비 CSV 다운로드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A9247D45-6FAF-45B7-A4F0-6BB3E202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100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상단 설비 CSV ↓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8FC4E3-714A-4AE6-8C43-28FB0B1D36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3d12baa694035">
            <a:extLst>
              <a:ext uri="{96DAC541-7B7A-43D3-8B79-37D633B846F1}">
                <asvg:svgBlip xmlns:asvg="http://schemas.microsoft.com/office/drawing/2016/SVG/main" r:embed="R014669de5e1e4d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581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4430108F-85DF-4A0B-BD65-8E2073AB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8F850265-0C1F-40D9-BE6B-C152DBC3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52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파일과 행 수 대조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248F9F4F-E7D1-45B6-A8E7-3305EE68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CSV 행 수와 결과 수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비교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7A34CB-3C3A-4235-A540-F3958CE2F9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fea19b0114d71">
            <a:extLst>
              <a:ext uri="{96DAC541-7B7A-43D3-8B79-37D633B846F1}">
                <asvg:svgBlip xmlns:asvg="http://schemas.microsoft.com/office/drawing/2016/SVG/main" r:embed="R1af43d5ef86a471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58578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38B2D5A4-2D71-433F-AFC4-5C68D8E6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2769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678A05FF-A001-471F-A98D-DD38A715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8293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출처와 시각 확인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EB525C96-4A07-4EAA-89AF-792F12A3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2388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sourceMode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sourceTimestamp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440E35-7990-4CEC-A91F-07D2672D19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a08291ec4349fb"/>
          <a:srcRect xmlns:a="http://schemas.openxmlformats.org/drawingml/2006/main" l="1000" t="11000" r="2000" b="16000"/>
          <a:stretch xmlns:a="http://schemas.openxmlformats.org/drawingml/2006/main"/>
        </p:blipFill>
        <p:spPr>
          <a:xfrm xmlns:a="http://schemas.openxmlformats.org/drawingml/2006/main">
            <a:off x="5681828" y="2305050"/>
            <a:ext cx="7457744" cy="432435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9526CDC8-C66A-4D90-8CC0-21B16EA1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39206F-3A76-492B-8EAC-DB52757AE7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a106aec7c4e67">
            <a:extLst>
              <a:ext uri="{96DAC541-7B7A-43D3-8B79-37D633B846F1}">
                <asvg:svgBlip xmlns:asvg="http://schemas.microsoft.com/office/drawing/2016/SVG/main" r:embed="R360c679d274c439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9661698D-C696-42D9-97E7-47FF5889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미리보기에서는 버튼이 비활성화됩니다. 원본 시간이 없으면 빈 셀이며 파일명 날짜는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UTC 기준입니다.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77B5E4-A7DB-45ED-B9D8-37F2D0C310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b961cad104cf1">
            <a:extLst>
              <a:ext uri="{96DAC541-7B7A-43D3-8B79-37D633B846F1}">
                <asvg:svgBlip xmlns:asvg="http://schemas.microsoft.com/office/drawing/2016/SVG/main" r:embed="Rfc46606def2640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8" name="text-20">
            <a:extLst xmlns:a="http://schemas.openxmlformats.org/drawingml/2006/main">
              <a:ext uri="{FF2B5EF4-FFF2-40B4-BE49-F238E27FC236}">
                <a16:creationId xmlns:a16="http://schemas.microsoft.com/office/drawing/2014/main" id="{E768FB34-8D57-4ECE-9FC2-4EFFF5A2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현재 페이지가 아닌 필터 전체 설비가 저장됩니다.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CSV 행 수를 화면의 필터 결과 수와 비교합니다.</a:t>
            </a:r>
          </a:p>
        </p:txBody>
      </p:sp>
    </p:spTree>
    <p:extLst>
      <p:ext uri="{BB962C8B-B14F-4D97-AF65-F5344CB8AC3E}">
        <p14:creationId xmlns:p14="http://schemas.microsoft.com/office/powerpoint/2010/main" val="22483607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ext-1">
            <a:extLst xmlns:a="http://schemas.openxmlformats.org/drawingml/2006/main">
              <a:ext uri="{FF2B5EF4-FFF2-40B4-BE49-F238E27FC236}">
                <a16:creationId xmlns:a16="http://schemas.microsoft.com/office/drawing/2014/main" id="{4A085C07-37FF-48DB-ADED-F06C0BE9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TwinForge  /  06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4CE45B42-1609-46CC-B4BA-7B9F1875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0DD08-D95A-4A7B-A825-E11B0F31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07C65FB-6A5F-47F7-B95B-8D72C0F5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B348965-BE88-47B7-9212-0B8F82F3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운영·설계·매핑 화면 둘러보기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8A1EC80-E0F3-4EBA-9374-F54B38AE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분석, 모의 생산, 설계와 연동 설정의 역할을 구분합니다.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0E033-6492-4B9C-8F78-58BFE2478E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ebaf0e5cc47a8">
            <a:extLst>
              <a:ext uri="{96DAC541-7B7A-43D3-8B79-37D633B846F1}">
                <asvg:svgBlip xmlns:asvg="http://schemas.microsoft.com/office/drawing/2016/SVG/main" r:embed="R8b8ad1ad033f4ed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09452CE6-77A1-43E2-A46D-8F9E1CD4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0A36AD24-C218-426A-8B63-C1521A60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운영 대시보드 확인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01F88B23-565E-4FA1-A415-A4042DA5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설비 · 이벤트 · 시각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2E2233-8736-4AD4-A930-6A35474036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5551bea02472f">
            <a:extLst>
              <a:ext uri="{96DAC541-7B7A-43D3-8B79-37D633B846F1}">
                <asvg:svgBlip xmlns:asvg="http://schemas.microsoft.com/office/drawing/2016/SVG/main" r:embed="R8017ae94b60c443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5C1D2FA3-F297-4085-9AAE-2639B489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394D3F94-0C63-450A-8580-2A207648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모의 MES 구분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D27E586D-AA06-411C-9D4F-AC09C274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업종 · 계획/실적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63621F-123F-4146-9C17-77182C41D1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26332f26b4d8c">
            <a:extLst>
              <a:ext uri="{96DAC541-7B7A-43D3-8B79-37D633B846F1}">
                <asvg:svgBlip xmlns:asvg="http://schemas.microsoft.com/office/drawing/2016/SVG/main" r:embed="Rb706db30be4a43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257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F9456F88-9E7C-484F-A55F-D03FB380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76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387D8183-1558-4147-832F-CFA02E68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29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워크플로우 탐색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B0ED6BA8-E293-49C4-931E-B5693C81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38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New / Save / Run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280D9F-E589-4172-A9FB-A9D09C199A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fa4fa18f3448c">
            <a:extLst>
              <a:ext uri="{96DAC541-7B7A-43D3-8B79-37D633B846F1}">
                <asvg:svgBlip xmlns:asvg="http://schemas.microsoft.com/office/drawing/2016/SVG/main" r:embed="R3ad4d90225e846d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5210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3D4FB1D2-D1B2-4AB7-99EF-5AD457CB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629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BDAE0569-4CF1-447F-9881-6DFAA888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181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노드 매핑 확인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28AD1916-8772-4FAC-96CB-341D7156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5911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서버 · 노드 · 속성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5AB434-A45D-4B64-B19C-36B68A9676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de71b087f41b1">
            <a:extLst>
              <a:ext uri="{96DAC541-7B7A-43D3-8B79-37D633B846F1}">
                <asvg:svgBlip xmlns:asvg="http://schemas.microsoft.com/office/drawing/2016/SVG/main" r:embed="R35c6ecb2ca6745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616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0D4E2AE5-C1E5-45E7-BA11-ADEAC5E5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58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75B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5" name="text-19">
            <a:extLst xmlns:a="http://schemas.openxmlformats.org/drawingml/2006/main">
              <a:ext uri="{FF2B5EF4-FFF2-40B4-BE49-F238E27FC236}">
                <a16:creationId xmlns:a16="http://schemas.microsoft.com/office/drawing/2014/main" id="{BD47564F-3587-45B1-82A4-36BF9434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13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가상 공장 복귀</a:t>
            </a:r>
          </a:p>
        </p:txBody>
      </p:sp>
      <p:sp>
        <p:nvSpPr>
          <p:cNvPr id="26" name="text-20">
            <a:extLst xmlns:a="http://schemas.openxmlformats.org/drawingml/2006/main">
              <a:ext uri="{FF2B5EF4-FFF2-40B4-BE49-F238E27FC236}">
                <a16:creationId xmlns:a16="http://schemas.microsoft.com/office/drawing/2014/main" id="{A01B2CA5-0E25-4D41-8982-A7588D7F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54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가상 공장으로 복귀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A6060E-233C-48B3-8CF9-4D41A3B44C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00dda60584d67"/>
          <a:srcRect xmlns:a="http://schemas.openxmlformats.org/drawingml/2006/main" l="0" t="0" r="1000" b="70000"/>
          <a:stretch xmlns:a="http://schemas.openxmlformats.org/drawingml/2006/main"/>
        </p:blipFill>
        <p:spPr>
          <a:xfrm xmlns:a="http://schemas.openxmlformats.org/drawingml/2006/main">
            <a:off x="5086333" y="2305050"/>
            <a:ext cx="8648734" cy="2019300"/>
          </a:xfrm>
          <a:prstGeom xmlns:a="http://schemas.openxmlformats.org/drawingml/2006/main" prst="rect">
            <a:avLst/>
          </a:prstGeom>
        </p:spPr>
      </p:pic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26B5B1-3A7D-4976-9E9A-D617A77D54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9de40dac54ef8"/>
          <a:srcRect xmlns:a="http://schemas.openxmlformats.org/drawingml/2006/main" l="11000" t="77000" r="12000" b="1000"/>
          <a:stretch xmlns:a="http://schemas.openxmlformats.org/drawingml/2006/main"/>
        </p:blipFill>
        <p:spPr>
          <a:xfrm xmlns:a="http://schemas.openxmlformats.org/drawingml/2006/main">
            <a:off x="4694445" y="4552950"/>
            <a:ext cx="9432510" cy="2076450"/>
          </a:xfrm>
          <a:prstGeom xmlns:a="http://schemas.openxmlformats.org/drawingml/2006/main" prst="rect">
            <a:avLst/>
          </a:prstGeom>
        </p:spPr>
      </p:pic>
      <p:sp>
        <p:nvSpPr>
          <p:cNvPr id="29" name="text-21">
            <a:extLst xmlns:a="http://schemas.openxmlformats.org/drawingml/2006/main">
              <a:ext uri="{FF2B5EF4-FFF2-40B4-BE49-F238E27FC236}">
                <a16:creationId xmlns:a16="http://schemas.microsoft.com/office/drawing/2014/main" id="{4170C074-9B72-45ED-98AD-F55D020C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39EEF3-5097-4999-B231-8B4BFFCD81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599e9edbe4599">
            <a:extLst>
              <a:ext uri="{96DAC541-7B7A-43D3-8B79-37D633B846F1}">
                <asvg:svgBlip xmlns:asvg="http://schemas.microsoft.com/office/drawing/2016/SVG/main" r:embed="Rb116b3433d31419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31" name="text-22">
            <a:extLst xmlns:a="http://schemas.openxmlformats.org/drawingml/2006/main">
              <a:ext uri="{FF2B5EF4-FFF2-40B4-BE49-F238E27FC236}">
                <a16:creationId xmlns:a16="http://schemas.microsoft.com/office/drawing/2014/main" id="{D8CF8FA3-C1E3-4AF9-BE26-74BCF8B2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MES·워크플로우 Run은 실제 PLC 제어 증거가 아닙니다. OEE 미연결·매핑 재시작 후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적용 상태를 구분합니다.</a:t>
            </a:r>
          </a:p>
        </p:txBody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F4105A-480D-4AF1-ADBD-DC50358F6B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c5a9476b843b4">
            <a:extLst>
              <a:ext uri="{96DAC541-7B7A-43D3-8B79-37D633B846F1}">
                <asvg:svgBlip xmlns:asvg="http://schemas.microsoft.com/office/drawing/2016/SVG/main" r:embed="R1881039023f94f7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3" name="text-23">
            <a:extLst xmlns:a="http://schemas.openxmlformats.org/drawingml/2006/main">
              <a:ext uri="{FF2B5EF4-FFF2-40B4-BE49-F238E27FC236}">
                <a16:creationId xmlns:a16="http://schemas.microsoft.com/office/drawing/2014/main" id="{C1869970-4B0D-447C-AAAC-FB1C92DA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운영·MES·워크플로우·매핑은 서로 다른 작업입니다.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이 화면 전환은 같은 / 주소 안에서 이루어집니다.</a:t>
            </a:r>
          </a:p>
        </p:txBody>
      </p:sp>
    </p:spTree>
    <p:extLst>
      <p:ext uri="{BB962C8B-B14F-4D97-AF65-F5344CB8AC3E}">
        <p14:creationId xmlns:p14="http://schemas.microsoft.com/office/powerpoint/2010/main" val="139721897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">
            <a:extLst xmlns:a="http://schemas.openxmlformats.org/drawingml/2006/main">
              <a:ext uri="{FF2B5EF4-FFF2-40B4-BE49-F238E27FC236}">
                <a16:creationId xmlns:a16="http://schemas.microsoft.com/office/drawing/2014/main" id="{CACE5D95-555B-4E5F-9CAB-9928A478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04  OEEAnalyzer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1B51B690-9A47-4E77-A903-39A2A179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BD05D-D104-4F1D-A03B-CC90E2B5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7FB4402-9719-41B6-B6B1-F42030BD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F93E1-F479-48EA-A7C9-8D814E4B6A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fae4941fe4af0">
            <a:extLst>
              <a:ext uri="{96DAC541-7B7A-43D3-8B79-37D633B846F1}">
                <asvg:svgBlip xmlns:asvg="http://schemas.microsoft.com/office/drawing/2016/SVG/main" r:embed="R8f60118ce52f4f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362075"/>
            <a:ext cx="1095375" cy="1095375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C945719-6237-4B2B-9F1A-E556796F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5048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OEEAnalyzer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879B21A0-7D5C-4EA8-B511-36FAABCB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14825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로그인 오류를 구분하고 복구 후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분석 절차 익히기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55106179-B44D-4B3B-8B49-A5B0A3F4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149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6개 동작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ECE0E-E678-473F-BE82-59E673B5DA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e5d74124f48ab"/>
          <a:srcRect xmlns:a="http://schemas.openxmlformats.org/drawingml/2006/main" l="18000" t="27000" r="18000" b="27000"/>
          <a:stretch xmlns:a="http://schemas.openxmlformats.org/drawingml/2006/main"/>
        </p:blipFill>
        <p:spPr>
          <a:xfrm xmlns:a="http://schemas.openxmlformats.org/drawingml/2006/main">
            <a:off x="6172200" y="1419535"/>
            <a:ext cx="8458200" cy="468568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5930E-4C20-4A53-986D-E984E93AD5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2c0fb301647c9">
            <a:extLst>
              <a:ext uri="{96DAC541-7B7A-43D3-8B79-37D633B846F1}">
                <asvg:svgBlip xmlns:asvg="http://schemas.microsoft.com/office/drawing/2016/SVG/main" r:embed="Rc8aea75adb7f4b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6819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1" name="text-7">
            <a:extLst xmlns:a="http://schemas.openxmlformats.org/drawingml/2006/main">
              <a:ext uri="{FF2B5EF4-FFF2-40B4-BE49-F238E27FC236}">
                <a16:creationId xmlns:a16="http://schemas.microsoft.com/office/drawing/2014/main" id="{0B7E47E0-501A-481B-9592-EBD750FC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6791325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역할과 계정 입력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1A544-A307-48A9-9E80-9F876CC06E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7c97f01514514">
            <a:extLst>
              <a:ext uri="{96DAC541-7B7A-43D3-8B79-37D633B846F1}">
                <asvg:svgBlip xmlns:asvg="http://schemas.microsoft.com/office/drawing/2016/SVG/main" r:embed="Ra6da6d3da06341d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67350" y="6819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3" name="text-8">
            <a:extLst xmlns:a="http://schemas.openxmlformats.org/drawingml/2006/main">
              <a:ext uri="{FF2B5EF4-FFF2-40B4-BE49-F238E27FC236}">
                <a16:creationId xmlns:a16="http://schemas.microsoft.com/office/drawing/2014/main" id="{6925E472-56C9-4844-813F-E1ABF19C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6791325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API 연결 오류 구분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D7E13-CA09-4AE4-BF5B-2B59E3956D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30659c60744c0">
            <a:extLst>
              <a:ext uri="{96DAC541-7B7A-43D3-8B79-37D633B846F1}">
                <asvg:svgBlip xmlns:asvg="http://schemas.microsoft.com/office/drawing/2016/SVG/main" r:embed="R5ec163fe44c846b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29850" y="6819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5" name="text-9">
            <a:extLst xmlns:a="http://schemas.openxmlformats.org/drawingml/2006/main">
              <a:ext uri="{FF2B5EF4-FFF2-40B4-BE49-F238E27FC236}">
                <a16:creationId xmlns:a16="http://schemas.microsoft.com/office/drawing/2014/main" id="{403F6C90-8FC4-4A42-84ED-45F0BE65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791325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복구 후 분석·내보내기</a:t>
            </a:r>
          </a:p>
        </p:txBody>
      </p:sp>
      <p:sp>
        <p:nvSpPr>
          <p:cNvPr id="16" name="text-10">
            <a:extLst xmlns:a="http://schemas.openxmlformats.org/drawingml/2006/main">
              <a:ext uri="{FF2B5EF4-FFF2-40B4-BE49-F238E27FC236}">
                <a16:creationId xmlns:a16="http://schemas.microsoft.com/office/drawing/2014/main" id="{1495C42C-8D7E-469B-A66C-3BB1EFF6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43825"/>
            <a:ext cx="1381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A87121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3b9cbb49812f41e8"/>
              </a:rPr>
              <a:t>http://127.0.0.1:5185/login</a:t>
            </a:r>
          </a:p>
        </p:txBody>
      </p:sp>
    </p:spTree>
    <p:extLst>
      <p:ext uri="{BB962C8B-B14F-4D97-AF65-F5344CB8AC3E}">
        <p14:creationId xmlns:p14="http://schemas.microsoft.com/office/powerpoint/2010/main" val="163490598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1">
            <a:extLst xmlns:a="http://schemas.openxmlformats.org/drawingml/2006/main">
              <a:ext uri="{FF2B5EF4-FFF2-40B4-BE49-F238E27FC236}">
                <a16:creationId xmlns:a16="http://schemas.microsoft.com/office/drawing/2014/main" id="{43CB6EF3-A3AD-45ED-967D-A65804E4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OEEAnalyzer  /  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9D555D8C-6A8A-4881-96F6-C8D653B2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4A688-C52A-4F75-9EAF-1F245350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1AAA6DB-D6E3-4FD4-A33A-5FCAA7D8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61B3838-AB77-4227-8FA9-A12A6C08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OEE 로그인 화면 확인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99F645C-0C64-4B0A-A73A-9446F888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접근 역할과 계정 입력 위치를 확인합니다.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83CDD-AE32-4739-81E0-F48927798E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4e83185b645ad">
            <a:extLst>
              <a:ext uri="{96DAC541-7B7A-43D3-8B79-37D633B846F1}">
                <asvg:svgBlip xmlns:asvg="http://schemas.microsoft.com/office/drawing/2016/SVG/main" r:embed="R5a85207732cc436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694FDD58-3E57-49F4-A16B-D96CED64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E6D8AC93-887F-49F4-BE23-7C68683D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로그인 화면 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690747E9-ADCC-4971-9BE0-C1282021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:5185/login의 Sign in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7A8A0F-321B-4B05-848D-50642837BA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a6b1a683746ca">
            <a:extLst>
              <a:ext uri="{96DAC541-7B7A-43D3-8B79-37D633B846F1}">
                <asvg:svgBlip xmlns:asvg="http://schemas.microsoft.com/office/drawing/2016/SVG/main" r:embed="Rfaf18480f21e46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E6F22B46-AF2F-4558-80C4-767859AE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A0877337-6D64-480E-9432-34CD7680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역할 안내 읽기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6DB4C304-479A-411D-A3B4-FE498249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Access · Dashboard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Admin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63D6B1-103B-4B2C-8081-D49B501071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f536a8c4bc442d">
            <a:extLst>
              <a:ext uri="{96DAC541-7B7A-43D3-8B79-37D633B846F1}">
                <asvg:svgBlip xmlns:asvg="http://schemas.microsoft.com/office/drawing/2016/SVG/main" r:embed="R2006fb60f6e14e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581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D9B94C0C-1224-4B58-A611-8E677AE5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CBB95E6B-26D2-4A9A-B85C-1C423C54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52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승인된 계정 입력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4D73F3E1-F2BB-49C6-BA0A-1AC97729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Username · Password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602573-2DC5-4C39-958D-67078C76A9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c9bdc2c7e4953"/>
          <a:srcRect xmlns:a="http://schemas.openxmlformats.org/drawingml/2006/main" l="18000" t="27000" r="18000" b="27000"/>
          <a:stretch xmlns:a="http://schemas.openxmlformats.org/drawingml/2006/main"/>
        </p:blipFill>
        <p:spPr>
          <a:xfrm xmlns:a="http://schemas.openxmlformats.org/drawingml/2006/main">
            <a:off x="5507722" y="2305050"/>
            <a:ext cx="7805957" cy="432435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48E25CCD-1225-4574-95D5-B91D0B3F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6F6A79-0471-470D-88BC-D026CCE0A6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6b8307a8b4e3c">
            <a:extLst>
              <a:ext uri="{96DAC541-7B7A-43D3-8B79-37D633B846F1}">
                <asvg:svgBlip xmlns:asvg="http://schemas.microsoft.com/office/drawing/2016/SVG/main" r:embed="Rd89cd479063446f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2" name="text-16">
            <a:extLst xmlns:a="http://schemas.openxmlformats.org/drawingml/2006/main">
              <a:ext uri="{FF2B5EF4-FFF2-40B4-BE49-F238E27FC236}">
                <a16:creationId xmlns:a16="http://schemas.microsoft.com/office/drawing/2014/main" id="{811BB3CB-CB13-431C-B95A-0E8F6C1D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현재 API 미연결입니다. 입력 폼이 보인다는 사실은 인증 성공과 다릅니다.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810F3B-395C-4189-89E5-29C15596C0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9b5dbe4ec4e40">
            <a:extLst>
              <a:ext uri="{96DAC541-7B7A-43D3-8B79-37D633B846F1}">
                <asvg:svgBlip xmlns:asvg="http://schemas.microsoft.com/office/drawing/2016/SVG/main" r:embed="R1528b231fe874ce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4" name="text-17">
            <a:extLst xmlns:a="http://schemas.openxmlformats.org/drawingml/2006/main">
              <a:ext uri="{FF2B5EF4-FFF2-40B4-BE49-F238E27FC236}">
                <a16:creationId xmlns:a16="http://schemas.microsoft.com/office/drawing/2014/main" id="{30E865FD-1160-475F-9B8B-02F12E2A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로그인 폼과 역할 안내를 확인했습니다.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필수 항목이 비어 있으면 제출이 제한됩니다.</a:t>
            </a:r>
          </a:p>
        </p:txBody>
      </p:sp>
    </p:spTree>
    <p:extLst>
      <p:ext uri="{BB962C8B-B14F-4D97-AF65-F5344CB8AC3E}">
        <p14:creationId xmlns:p14="http://schemas.microsoft.com/office/powerpoint/2010/main" val="99710952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1">
            <a:extLst xmlns:a="http://schemas.openxmlformats.org/drawingml/2006/main">
              <a:ext uri="{FF2B5EF4-FFF2-40B4-BE49-F238E27FC236}">
                <a16:creationId xmlns:a16="http://schemas.microsoft.com/office/drawing/2014/main" id="{B2F0F863-257B-4EBE-8829-0B568E97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OEEAnalyzer  /  02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EB3A1921-3188-4CE2-A67A-D62C9BFA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20FB0-C0D1-4E34-AB14-9FC6D562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565356F-7096-4DB8-B21F-83A3FAA1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BFD1E4A-6CB8-4059-B106-9DBFD7CE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개발용 계정 빠르게 채우기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9024301-057A-482A-8F2E-75B6E0F4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관리자·조회 계정의 입력값과 역할 차이를 확인합니다.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182FC-9214-40E2-B36D-278962E8BE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6f661b806455f">
            <a:extLst>
              <a:ext uri="{96DAC541-7B7A-43D3-8B79-37D633B846F1}">
                <asvg:svgBlip xmlns:asvg="http://schemas.microsoft.com/office/drawing/2016/SVG/main" r:embed="Rd625f4b850cc4fc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AA5FC81D-2CC5-4A42-B0FE-2A243F69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8C6276A3-A1D9-47FB-AE03-C341EEDF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로컬 계정 영역 찾기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6DBC3B59-3C3C-466F-ADD7-7A79CC8C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로컬 개발용 계정 선택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0DFB3-EE54-4B31-9572-B82D0D7B7C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6661622264336">
            <a:extLst>
              <a:ext uri="{96DAC541-7B7A-43D3-8B79-37D633B846F1}">
                <asvg:svgBlip xmlns:asvg="http://schemas.microsoft.com/office/drawing/2016/SVG/main" r:embed="Ra7e4672585ab43b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5BCA32D0-B6E9-49A3-92CD-A0680FEE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61554C82-0816-44F4-AB9D-72E60C89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관리자 계정 선택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3D49258E-85CB-4889-8832-B9F40524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관리자 계정 → admin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20E9AB-94A2-47F3-B4B5-350144E676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6ff782de484687">
            <a:extLst>
              <a:ext uri="{96DAC541-7B7A-43D3-8B79-37D633B846F1}">
                <asvg:svgBlip xmlns:asvg="http://schemas.microsoft.com/office/drawing/2016/SVG/main" r:embed="Rf20b15882edd464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257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9CABD4B7-DA19-463D-9EDE-167ADD49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76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666C16A9-FC06-4EFB-A28C-0826B18C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29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조회 계정 선택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9023809A-ACD1-4B1C-BA1F-15552503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38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조회 계정 → viewer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A315B2-26DF-47B6-8AF0-5DF1DB391A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32d0c90564726">
            <a:extLst>
              <a:ext uri="{96DAC541-7B7A-43D3-8B79-37D633B846F1}">
                <asvg:svgBlip xmlns:asvg="http://schemas.microsoft.com/office/drawing/2016/SVG/main" r:embed="R679e0915359744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5210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710BA03B-C03B-466F-8869-C6C01F0A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629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C3F93030-A2FA-43A2-8FCB-35421325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181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작업에 맞는 역할 선택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3AE1EE9C-07B1-4F53-B251-791485F3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5911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분석 · 설계 / 조회 역할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구분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F8DAFB-1210-4583-B74E-DA5C6FE329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10eacdfbe4be2"/>
          <a:srcRect xmlns:a="http://schemas.openxmlformats.org/drawingml/2006/main" l="55000" t="31000" r="19000" b="31000"/>
          <a:stretch xmlns:a="http://schemas.openxmlformats.org/drawingml/2006/main"/>
        </p:blipFill>
        <p:spPr>
          <a:xfrm xmlns:a="http://schemas.openxmlformats.org/drawingml/2006/main">
            <a:off x="7491308" y="2305050"/>
            <a:ext cx="3838785" cy="432435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82936B64-C7F6-4552-8871-292367E4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2E2D03-C661-45AF-86C5-60C1075B12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bb42a5ab554887">
            <a:extLst>
              <a:ext uri="{96DAC541-7B7A-43D3-8B79-37D633B846F1}">
                <asvg:svgBlip xmlns:asvg="http://schemas.microsoft.com/office/drawing/2016/SVG/main" r:embed="R563062ce34ab450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6768B8C6-9A43-4C89-A7BB-74727B51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계정 선택 버튼은 개발 환경용입니다. 운영 환경에서는 부여된 계정을 사용합니다.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AC5904-FBC6-4E7A-9C12-87FFE21CE1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8b8a8af36d4bc4">
            <a:extLst>
              <a:ext uri="{96DAC541-7B7A-43D3-8B79-37D633B846F1}">
                <asvg:svgBlip xmlns:asvg="http://schemas.microsoft.com/office/drawing/2016/SVG/main" r:embed="Rc61fef22b7de451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8" name="text-20">
            <a:extLst xmlns:a="http://schemas.openxmlformats.org/drawingml/2006/main">
              <a:ext uri="{FF2B5EF4-FFF2-40B4-BE49-F238E27FC236}">
                <a16:creationId xmlns:a16="http://schemas.microsoft.com/office/drawing/2014/main" id="{1FE4B54D-778B-4127-AD52-22A5AE8C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버튼 선택으로 입력값과 이전 오류가 갱신됩니다.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계정 생성이나 인증 성공은 발생하지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05190841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1">
            <a:extLst xmlns:a="http://schemas.openxmlformats.org/drawingml/2006/main">
              <a:ext uri="{FF2B5EF4-FFF2-40B4-BE49-F238E27FC236}">
                <a16:creationId xmlns:a16="http://schemas.microsoft.com/office/drawing/2014/main" id="{D707138B-D2E8-4BB6-AE31-DFB71447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OEEAnalyzer  /  03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5024ED7F-59BF-4C69-AA48-34D81099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7EF62-5AE8-43D7-968A-34A5F95A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2150343-FC4A-4D58-B925-E87F7C0B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788710F-A00C-44B3-B736-98146EBF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API 오류와 계정 오류 구분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80051D3-5B86-40A6-917A-C78759BD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로그인 실패 원인에 맞춰 재시도 대상을 정합니다.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764A5-B38B-4DBB-9F40-2C3C92685C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b1d63a9ec49f8">
            <a:extLst>
              <a:ext uri="{96DAC541-7B7A-43D3-8B79-37D633B846F1}">
                <asvg:svgBlip xmlns:asvg="http://schemas.microsoft.com/office/drawing/2016/SVG/main" r:embed="Rff6c7eb2a04b441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CAF78E20-BEDD-4B63-8FF7-6757AB54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95A5BA70-3839-41B3-80CA-8B31B82A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필수 계정 입력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774CE1CF-35FC-4DB0-B4E7-E967257A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개발 또는 승인된 계정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85396-3113-4CB4-B5A1-445D6A431C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501a1e183d4cee">
            <a:extLst>
              <a:ext uri="{96DAC541-7B7A-43D3-8B79-37D633B846F1}">
                <asvg:svgBlip xmlns:asvg="http://schemas.microsoft.com/office/drawing/2016/SVG/main" r:embed="Rc7c89011a3e9459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90EFB6B4-8344-4004-B5E4-2D0E1833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73D3BDD9-E2B2-42CE-8C87-8B2D99E8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Login 한 번 제출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FF53E09E-C06D-45B1-A2A3-8A0DB847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Login → Signing in...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11C523-CAF7-4ABB-9E19-648AC66FF7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d1de470bf4bf1">
            <a:extLst>
              <a:ext uri="{96DAC541-7B7A-43D3-8B79-37D633B846F1}">
                <asvg:svgBlip xmlns:asvg="http://schemas.microsoft.com/office/drawing/2016/SVG/main" r:embed="Rd83b1279bdf9407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257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597578E6-0E74-4815-A53F-0A308E31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76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3FABCA05-0BC1-47DC-8D27-B0973F5A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29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실제 오류 문구 확인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AA9810C1-65A9-472E-8B64-058DF5B9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38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분석 API 연결 오류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F66C66-6F80-4B38-BF16-582DEE8F73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7afdacf0a64052">
            <a:extLst>
              <a:ext uri="{96DAC541-7B7A-43D3-8B79-37D633B846F1}">
                <asvg:svgBlip xmlns:asvg="http://schemas.microsoft.com/office/drawing/2016/SVG/main" r:embed="R2ec45a216ce340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5534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02DBAE55-A73A-4203-BAA2-56799129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953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ECC9231D-B890-488B-8902-6498FEF1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505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서비스 복구 후 재시도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90516645-FECA-40AB-8EED-7C538A0A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150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API · DB 복구 후 다시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제출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558FEE-882E-4605-ABD2-2896F7F3DE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284d6c69042e6"/>
          <a:srcRect xmlns:a="http://schemas.openxmlformats.org/drawingml/2006/main" l="55000" t="28000" r="19000" b="27000"/>
          <a:stretch xmlns:a="http://schemas.openxmlformats.org/drawingml/2006/main"/>
        </p:blipFill>
        <p:spPr>
          <a:xfrm xmlns:a="http://schemas.openxmlformats.org/drawingml/2006/main">
            <a:off x="7789880" y="2305050"/>
            <a:ext cx="3241640" cy="432435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34036B0A-8FB9-4366-BB12-FCC1C77D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771B52-5ECD-498F-A732-416F976950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024d982e140bb">
            <a:extLst>
              <a:ext uri="{96DAC541-7B7A-43D3-8B79-37D633B846F1}">
                <asvg:svgBlip xmlns:asvg="http://schemas.microsoft.com/office/drawing/2016/SVG/main" r:embed="R1d904f34b8f148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197B0763-05E2-4337-B351-0AF27AFB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API :5184·DB를 먼저 확인합니다. 비 401 오류도 연결 오류로 표시될 수 있으며 대기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한도는 15초입니다.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97C077-575C-4CAE-ACFF-A872FF2FDC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456e6168544512">
            <a:extLst>
              <a:ext uri="{96DAC541-7B7A-43D3-8B79-37D633B846F1}">
                <asvg:svgBlip xmlns:asvg="http://schemas.microsoft.com/office/drawing/2016/SVG/main" r:embed="Rea016909d00947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8" name="text-20">
            <a:extLst xmlns:a="http://schemas.openxmlformats.org/drawingml/2006/main">
              <a:ext uri="{FF2B5EF4-FFF2-40B4-BE49-F238E27FC236}">
                <a16:creationId xmlns:a16="http://schemas.microsoft.com/office/drawing/2014/main" id="{EEC553F5-D95E-4756-8BF1-AAA3AFE1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현재 캡처는 API 미연결 오류입니다.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401 계정 오류는 다른 문구로 구분됩니다.</a:t>
            </a:r>
          </a:p>
        </p:txBody>
      </p:sp>
    </p:spTree>
    <p:extLst>
      <p:ext uri="{BB962C8B-B14F-4D97-AF65-F5344CB8AC3E}">
        <p14:creationId xmlns:p14="http://schemas.microsoft.com/office/powerpoint/2010/main" val="121457204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A6B747-8B68-479B-8258-20EBFF616959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10848975" y="4410075"/>
            <a:ext cx="17335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C5213"/>
            </a:solidFill>
            <a:tailEnd type="arrow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C5381D-4083-4C33-935D-07438A38F68F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8372475" y="4410075"/>
            <a:ext cx="17335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C5213"/>
            </a:solidFill>
            <a:tailEnd type="arrow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01F539-25E4-46F1-B310-350FBA81FA23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5895975" y="4410075"/>
            <a:ext cx="17335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C5213"/>
            </a:solidFill>
            <a:tailEnd type="arrow" w="sm" len="sm"/>
          </a:ln>
        </p:spPr>
      </p:cxnSp>
      <p:sp>
        <p:nvSpPr>
          <p:cNvPr id="49" name="text-1">
            <a:extLst xmlns:a="http://schemas.openxmlformats.org/drawingml/2006/main">
              <a:ext uri="{FF2B5EF4-FFF2-40B4-BE49-F238E27FC236}">
                <a16:creationId xmlns:a16="http://schemas.microsoft.com/office/drawing/2014/main" id="{4C922A97-F907-4284-B0DB-9EC7740B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OEEAnalyzer  /  04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5375D3DB-63AD-425D-A664-84CA9CE7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14E0B-59B5-4F4B-9E1F-A72FE1AA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60BE1C4-E289-4AD2-8E2C-DD5F7011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31A9AE1-0C8E-4074-A821-F593ECED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설비와 기간으로 OEE 조회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F66A622-FEDE-4F2D-9917-B00D9AC6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서비스 복구 후 생산 근거와 계산 창을 함께 조회합니다.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F195E8-3D3A-477D-961B-85D7566918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b9bb224c94270">
            <a:extLst>
              <a:ext uri="{96DAC541-7B7A-43D3-8B79-37D633B846F1}">
                <asvg:svgBlip xmlns:asvg="http://schemas.microsoft.com/office/drawing/2016/SVG/main" r:embed="R31bb6e0c87dc462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A5A48759-50FE-49F9-8F78-A9EBCD2B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A79D326C-9989-47CA-9D68-9B739A46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의존 서비스 복구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267671B9-7C00-41F2-81C4-4558D927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API · DB 복구 · 관리자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인증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F285E-42CB-405C-89C8-856E9FCDBA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c2b52ab51473a">
            <a:extLst>
              <a:ext uri="{96DAC541-7B7A-43D3-8B79-37D633B846F1}">
                <asvg:svgBlip xmlns:asvg="http://schemas.microsoft.com/office/drawing/2016/SVG/main" r:embed="R90c0cb3722bb4dc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488531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E5186A2B-E43E-4897-BB27-28152AC4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907631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EDA22B50-E4CF-4CCC-9EBA-9885569B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59956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생산 증거와 OEE 열기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17080F1E-3B2E-4A93-9710-2EBF4D68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869531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생산 증거와 OEE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7ADD68-627A-4F52-8263-7A829022F4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0826573f6491d">
            <a:extLst>
              <a:ext uri="{96DAC541-7B7A-43D3-8B79-37D633B846F1}">
                <asvg:svgBlip xmlns:asvg="http://schemas.microsoft.com/office/drawing/2016/SVG/main" r:embed="Rc6995a250faa45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300538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12C81E1F-7379-4768-BC80-6300520A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719638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1D9128FA-6E9D-412E-BB26-B37FB72D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71963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설비 키와 기간 지정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F85DAB88-376F-4EE3-B733-81ED3B12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81538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Equipment Key · From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/ To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BAF7D4-90AC-420B-ADE9-3DCF28EF94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bdf4626df4450d">
            <a:extLst>
              <a:ext uri="{96DAC541-7B7A-43D3-8B79-37D633B846F1}">
                <asvg:svgBlip xmlns:asvg="http://schemas.microsoft.com/office/drawing/2016/SVG/main" r:embed="Reb2b24d9171e43c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5436394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3C20BCEB-74EB-4E1A-805A-EE99173E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855494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482C7248-E805-47DC-9C37-FC7BBF8F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407819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계산 창 조회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617302A4-3FC5-469A-94D8-C7A87604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817394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Refresh Analysis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9A7609-2867-46BF-960D-E1A9E0B9C3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07adb74714e2a">
            <a:extLst>
              <a:ext uri="{96DAC541-7B7A-43D3-8B79-37D633B846F1}">
                <asvg:svgBlip xmlns:asvg="http://schemas.microsoft.com/office/drawing/2016/SVG/main" r:embed="R3903b074d3e342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62484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3BB0A7A0-4F90-4322-A37D-C5F4CB72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667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5" name="text-19">
            <a:extLst xmlns:a="http://schemas.openxmlformats.org/drawingml/2006/main">
              <a:ext uri="{FF2B5EF4-FFF2-40B4-BE49-F238E27FC236}">
                <a16:creationId xmlns:a16="http://schemas.microsoft.com/office/drawing/2014/main" id="{6B78A5FD-A182-4716-B7A9-CB5EAA42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2198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계산 근거 함께 읽기</a:t>
            </a:r>
          </a:p>
        </p:txBody>
      </p:sp>
      <p:sp>
        <p:nvSpPr>
          <p:cNvPr id="26" name="text-20">
            <a:extLst xmlns:a="http://schemas.openxmlformats.org/drawingml/2006/main">
              <a:ext uri="{FF2B5EF4-FFF2-40B4-BE49-F238E27FC236}">
                <a16:creationId xmlns:a16="http://schemas.microsoft.com/office/drawing/2014/main" id="{B927B70E-0B74-47F4-AF71-EAAB93BD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629400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A/P/Q · OEE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Coverage · 상태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3177B1-9FEC-47F6-B290-A37BF6920E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8b108010e4d64">
            <a:extLst>
              <a:ext uri="{96DAC541-7B7A-43D3-8B79-37D633B846F1}">
                <asvg:svgBlip xmlns:asvg="http://schemas.microsoft.com/office/drawing/2016/SVG/main" r:embed="R6614b291ccb045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57725" y="25908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28" name="text-21">
            <a:extLst xmlns:a="http://schemas.openxmlformats.org/drawingml/2006/main">
              <a:ext uri="{FF2B5EF4-FFF2-40B4-BE49-F238E27FC236}">
                <a16:creationId xmlns:a16="http://schemas.microsoft.com/office/drawing/2014/main" id="{91B56E1B-D45E-4D34-9529-04848CC2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38425"/>
            <a:ext cx="885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현재 API 연결 불가 · 실행 미확인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93F3FF-6DED-4ABD-BDF5-60E2258C61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a124137a44b6d">
            <a:extLst>
              <a:ext uri="{96DAC541-7B7A-43D3-8B79-37D633B846F1}">
                <asvg:svgBlip xmlns:asvg="http://schemas.microsoft.com/office/drawing/2016/SVG/main" r:embed="Rf5665dce5d49493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53025" y="403860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30" name="text-22">
            <a:extLst xmlns:a="http://schemas.openxmlformats.org/drawingml/2006/main">
              <a:ext uri="{FF2B5EF4-FFF2-40B4-BE49-F238E27FC236}">
                <a16:creationId xmlns:a16="http://schemas.microsoft.com/office/drawing/2014/main" id="{2FAFBBC6-C250-4F7D-9901-6CE56742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153025"/>
            <a:ext cx="223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API / DB 준비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16BD22-718A-46A5-8049-8351EC89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0386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0C9384-90F3-4DA1-897A-AC8408C461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b6be1628b4b8e">
            <a:extLst>
              <a:ext uri="{96DAC541-7B7A-43D3-8B79-37D633B846F1}">
                <asvg:svgBlip xmlns:asvg="http://schemas.microsoft.com/office/drawing/2016/SVG/main" r:embed="R7b89f540524342e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9525" y="403860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33" name="text-23">
            <a:extLst xmlns:a="http://schemas.openxmlformats.org/drawingml/2006/main">
              <a:ext uri="{FF2B5EF4-FFF2-40B4-BE49-F238E27FC236}">
                <a16:creationId xmlns:a16="http://schemas.microsoft.com/office/drawing/2014/main" id="{952D6A6D-173C-4012-9592-EC3C9CC2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153025"/>
            <a:ext cx="223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관리자 인증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E9B163-8A7E-4DCE-A1CE-51EF7F22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0386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222C2C-111A-4DE3-A72E-C1588CE461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8d6ac4dd34757">
            <a:extLst>
              <a:ext uri="{96DAC541-7B7A-43D3-8B79-37D633B846F1}">
                <asvg:svgBlip xmlns:asvg="http://schemas.microsoft.com/office/drawing/2016/SVG/main" r:embed="R7549a4b84f2a41a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06025" y="403860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37" name="text-24">
            <a:extLst xmlns:a="http://schemas.openxmlformats.org/drawingml/2006/main">
              <a:ext uri="{FF2B5EF4-FFF2-40B4-BE49-F238E27FC236}">
                <a16:creationId xmlns:a16="http://schemas.microsoft.com/office/drawing/2014/main" id="{FA4AC4F7-FA0F-4924-836A-1564F52F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153025"/>
            <a:ext cx="223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설비와 기간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D787CE-5364-4C32-AA89-8A05E0DD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40386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CDA8B6-D385-42A3-BE5A-34DBEA4FC3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a03707a3e1481a">
            <a:extLst>
              <a:ext uri="{96DAC541-7B7A-43D3-8B79-37D633B846F1}">
                <asvg:svgBlip xmlns:asvg="http://schemas.microsoft.com/office/drawing/2016/SVG/main" r:embed="Rcdc37bb038c545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582525" y="403860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1" name="text-25">
            <a:extLst xmlns:a="http://schemas.openxmlformats.org/drawingml/2006/main">
              <a:ext uri="{FF2B5EF4-FFF2-40B4-BE49-F238E27FC236}">
                <a16:creationId xmlns:a16="http://schemas.microsoft.com/office/drawing/2014/main" id="{2EE972A7-3142-4CC2-83B7-27E1B44E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5153025"/>
            <a:ext cx="223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지표와 근거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58BA07-6860-4F7B-83D9-AC0953C5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40386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text-26">
            <a:extLst xmlns:a="http://schemas.openxmlformats.org/drawingml/2006/main">
              <a:ext uri="{FF2B5EF4-FFF2-40B4-BE49-F238E27FC236}">
                <a16:creationId xmlns:a16="http://schemas.microsoft.com/office/drawing/2014/main" id="{34FEE7A6-B8BC-4C45-8626-663ACFA5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029325"/>
            <a:ext cx="995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복구 후 수행할 절차입니다. 실제 결과 화면은 아직 없습니다</a:t>
            </a:r>
          </a:p>
        </p:txBody>
      </p:sp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937C499-69F1-4BAC-B12F-F433694FF4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a17699feb4a3c">
            <a:extLst>
              <a:ext uri="{96DAC541-7B7A-43D3-8B79-37D633B846F1}">
                <asvg:svgBlip xmlns:asvg="http://schemas.microsoft.com/office/drawing/2016/SVG/main" r:embed="R43723b9372904c1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46" name="text-27">
            <a:extLst xmlns:a="http://schemas.openxmlformats.org/drawingml/2006/main">
              <a:ext uri="{FF2B5EF4-FFF2-40B4-BE49-F238E27FC236}">
                <a16:creationId xmlns:a16="http://schemas.microsoft.com/office/drawing/2014/main" id="{44DB1801-73AE-447A-AF43-A292803F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실행 미검증. 로컬 입력 시각은 UTC로 변환됩니다. N/A·빈 결과는 0%가 아니며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reasons와 생산 맥락을 확인합니다.</a:t>
            </a:r>
          </a:p>
        </p:txBody>
      </p:sp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870BC6-2D5E-4CDE-96DF-309F65B919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44b96283d140bd">
            <a:extLst>
              <a:ext uri="{96DAC541-7B7A-43D3-8B79-37D633B846F1}">
                <asvg:svgBlip xmlns:asvg="http://schemas.microsoft.com/office/drawing/2016/SVG/main" r:embed="R43343e213c944e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8" name="text-28">
            <a:extLst xmlns:a="http://schemas.openxmlformats.org/drawingml/2006/main">
              <a:ext uri="{FF2B5EF4-FFF2-40B4-BE49-F238E27FC236}">
                <a16:creationId xmlns:a16="http://schemas.microsoft.com/office/drawing/2014/main" id="{A90E24CA-68AD-40DE-832A-253A9C69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복구 후 선택 기간의 계산 창을 확인하는 절차입니다.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현재 환경에서는 실행하지 못했습니다.</a:t>
            </a:r>
          </a:p>
        </p:txBody>
      </p:sp>
    </p:spTree>
    <p:extLst>
      <p:ext uri="{BB962C8B-B14F-4D97-AF65-F5344CB8AC3E}">
        <p14:creationId xmlns:p14="http://schemas.microsoft.com/office/powerpoint/2010/main" val="46655521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7B8498-32B6-459B-B962-B395847CE583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10848975" y="4410075"/>
            <a:ext cx="17335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C5213"/>
            </a:solidFill>
            <a:tailEnd type="arrow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53563A-8517-421C-A027-9BA7DCE290EC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8372475" y="4410075"/>
            <a:ext cx="17335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C5213"/>
            </a:solidFill>
            <a:tailEnd type="arrow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E0CCD6-E474-47EC-ADBA-A9D2C0575C0E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5895975" y="4410075"/>
            <a:ext cx="17335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C5213"/>
            </a:solidFill>
            <a:tailEnd type="arrow" w="sm" len="sm"/>
          </a:ln>
        </p:spPr>
      </p:cxnSp>
      <p:sp>
        <p:nvSpPr>
          <p:cNvPr id="49" name="text-1">
            <a:extLst xmlns:a="http://schemas.openxmlformats.org/drawingml/2006/main">
              <a:ext uri="{FF2B5EF4-FFF2-40B4-BE49-F238E27FC236}">
                <a16:creationId xmlns:a16="http://schemas.microsoft.com/office/drawing/2014/main" id="{161CB04C-23F5-4C82-91CA-C4C932DE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OEEAnalyzer  /  05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7F24D7DB-CD86-47AA-9126-87EE105B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3427D-A3B2-400E-8DE8-C55CBF58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E75D31D-9C68-41E5-8092-67FE16AC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421FAD0-1FD3-40E3-95BA-7AECE241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OEE 상태 필터와 CSV 저장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94DAE44-42AC-4CB0-B0CC-C7E7B19B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서비스 복구 후 계산 상태별 근거를 파일로 보관합니다.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0E587-7696-4530-B368-C663649EB9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8994831754573">
            <a:extLst>
              <a:ext uri="{96DAC541-7B7A-43D3-8B79-37D633B846F1}">
                <asvg:svgBlip xmlns:asvg="http://schemas.microsoft.com/office/drawing/2016/SVG/main" r:embed="R872459569ab240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4543BF6F-340F-4425-992B-2AB081F6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E8ACD0CA-77C9-4BCD-8702-17953065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분석 조회 준비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31B7A773-4A9C-4A41-8DE8-FBFA3D5B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복구 후 Ledger 결과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필요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3E99D-192F-45FF-988A-4D6341BA4F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6e2d779e84ab7">
            <a:extLst>
              <a:ext uri="{96DAC541-7B7A-43D3-8B79-37D633B846F1}">
                <asvg:svgBlip xmlns:asvg="http://schemas.microsoft.com/office/drawing/2016/SVG/main" r:embed="Rf2fd7a2c92944a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488531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9CEF2584-F69C-4563-A674-5ECDD3AF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907631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60AADC2D-EB1C-4E31-9E1A-BEBC6F22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59956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계산 상태 선택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8941A359-DC0C-4153-AD6A-89559ED1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869531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계산 상태: Final 등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AA0B74-3B1D-4C15-AA78-476352566C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53a5132cab4346">
            <a:extLst>
              <a:ext uri="{96DAC541-7B7A-43D3-8B79-37D633B846F1}">
                <asvg:svgBlip xmlns:asvg="http://schemas.microsoft.com/office/drawing/2016/SVG/main" r:embed="Rd88d96bd92634e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300538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CAC7673D-7691-4F68-92CA-8369B099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719638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9A8455D6-6FF7-4E2E-B9D1-79F9147F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71963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필터 수와 근거 확인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3F7F7A8C-25E5-4135-B74F-B3214BD7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81538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기간 · A/P/Q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Coverage 대조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79F971-7614-411F-B8E0-940B4A802A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0dc7dd3804e7b">
            <a:extLst>
              <a:ext uri="{96DAC541-7B7A-43D3-8B79-37D633B846F1}">
                <asvg:svgBlip xmlns:asvg="http://schemas.microsoft.com/office/drawing/2016/SVG/main" r:embed="R2468471a2e3b44d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5436394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0F94FB8C-A7FD-46A7-B4CC-6C6EC66A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855494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D452BA1A-0367-4378-86A6-D1AA1D51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407819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CSV 내보내기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7BA23F57-D15C-4841-B262-CBE1042E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817394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CSV 내보내기 ↓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B94D9C-C678-4B5E-92CB-C423CF30D9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006aa00304381">
            <a:extLst>
              <a:ext uri="{96DAC541-7B7A-43D3-8B79-37D633B846F1}">
                <asvg:svgBlip xmlns:asvg="http://schemas.microsoft.com/office/drawing/2016/SVG/main" r:embed="Rda3b34a3879c46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62484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2680422F-4AAF-45A7-AF3C-647A5D1B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667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5" name="text-19">
            <a:extLst xmlns:a="http://schemas.openxmlformats.org/drawingml/2006/main">
              <a:ext uri="{FF2B5EF4-FFF2-40B4-BE49-F238E27FC236}">
                <a16:creationId xmlns:a16="http://schemas.microsoft.com/office/drawing/2014/main" id="{73ED3F99-890D-4883-8A99-EB35AA31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2198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CSV 값과 행 수 대조</a:t>
            </a:r>
          </a:p>
        </p:txBody>
      </p:sp>
      <p:sp>
        <p:nvSpPr>
          <p:cNvPr id="26" name="text-20">
            <a:extLst xmlns:a="http://schemas.openxmlformats.org/drawingml/2006/main">
              <a:ext uri="{FF2B5EF4-FFF2-40B4-BE49-F238E27FC236}">
                <a16:creationId xmlns:a16="http://schemas.microsoft.com/office/drawing/2014/main" id="{A8C88D93-1723-48E0-A6D7-6611D354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629400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UTC · 출처 · reasons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행 수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D459EF-80F9-49D3-A325-8116803159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028ad378d4304">
            <a:extLst>
              <a:ext uri="{96DAC541-7B7A-43D3-8B79-37D633B846F1}">
                <asvg:svgBlip xmlns:asvg="http://schemas.microsoft.com/office/drawing/2016/SVG/main" r:embed="Rb957e76ab2ff4f2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57725" y="25908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28" name="text-21">
            <a:extLst xmlns:a="http://schemas.openxmlformats.org/drawingml/2006/main">
              <a:ext uri="{FF2B5EF4-FFF2-40B4-BE49-F238E27FC236}">
                <a16:creationId xmlns:a16="http://schemas.microsoft.com/office/drawing/2014/main" id="{F3BAD441-9247-413E-8607-0DBA2509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38425"/>
            <a:ext cx="885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현재 API 연결 불가 · 실행 미확인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26A866-317A-41B4-8DB0-B2C56FB59E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1a584dd0684469">
            <a:extLst>
              <a:ext uri="{96DAC541-7B7A-43D3-8B79-37D633B846F1}">
                <asvg:svgBlip xmlns:asvg="http://schemas.microsoft.com/office/drawing/2016/SVG/main" r:embed="Rc329266208c74c1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53025" y="403860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30" name="text-22">
            <a:extLst xmlns:a="http://schemas.openxmlformats.org/drawingml/2006/main">
              <a:ext uri="{FF2B5EF4-FFF2-40B4-BE49-F238E27FC236}">
                <a16:creationId xmlns:a16="http://schemas.microsoft.com/office/drawing/2014/main" id="{1633853E-7C2E-4A46-B4B0-0D3AE1B0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153025"/>
            <a:ext cx="223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API / DB 준비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252DE3-08F9-4FFB-B81F-C398C9E4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0386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0A27AC-7A73-487D-AFFF-60ACF579A7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9c090d9254f64">
            <a:extLst>
              <a:ext uri="{96DAC541-7B7A-43D3-8B79-37D633B846F1}">
                <asvg:svgBlip xmlns:asvg="http://schemas.microsoft.com/office/drawing/2016/SVG/main" r:embed="Rba7b17b9bc1a4ed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9525" y="403860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33" name="text-23">
            <a:extLst xmlns:a="http://schemas.openxmlformats.org/drawingml/2006/main">
              <a:ext uri="{FF2B5EF4-FFF2-40B4-BE49-F238E27FC236}">
                <a16:creationId xmlns:a16="http://schemas.microsoft.com/office/drawing/2014/main" id="{18759BA9-173B-4182-962D-4A3DD057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153025"/>
            <a:ext cx="223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계산 상태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46A065-3914-4743-B548-66834149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0386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92FE9C-F81F-4877-B144-0A7180026B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2c95c2ff74559">
            <a:extLst>
              <a:ext uri="{96DAC541-7B7A-43D3-8B79-37D633B846F1}">
                <asvg:svgBlip xmlns:asvg="http://schemas.microsoft.com/office/drawing/2016/SVG/main" r:embed="R759cd52099d8462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06025" y="403860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37" name="text-24">
            <a:extLst xmlns:a="http://schemas.openxmlformats.org/drawingml/2006/main">
              <a:ext uri="{FF2B5EF4-FFF2-40B4-BE49-F238E27FC236}">
                <a16:creationId xmlns:a16="http://schemas.microsoft.com/office/drawing/2014/main" id="{C81DAD1E-D844-487D-9691-9F5222AE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153025"/>
            <a:ext cx="223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CSV 저장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21CEA9-0B6E-44F5-8952-33E61ED2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40386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1E9992-4CEA-4036-9275-0B7D53C8A1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ee4fbfb394d96">
            <a:extLst>
              <a:ext uri="{96DAC541-7B7A-43D3-8B79-37D633B846F1}">
                <asvg:svgBlip xmlns:asvg="http://schemas.microsoft.com/office/drawing/2016/SVG/main" r:embed="R33150f8ee7834eb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582525" y="403860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1" name="text-25">
            <a:extLst xmlns:a="http://schemas.openxmlformats.org/drawingml/2006/main">
              <a:ext uri="{FF2B5EF4-FFF2-40B4-BE49-F238E27FC236}">
                <a16:creationId xmlns:a16="http://schemas.microsoft.com/office/drawing/2014/main" id="{8E9475BD-1012-453E-BCC1-A5CF37B4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5153025"/>
            <a:ext cx="223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원장 대조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FE00B7-A084-4522-84EF-43DA7119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40386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text-26">
            <a:extLst xmlns:a="http://schemas.openxmlformats.org/drawingml/2006/main">
              <a:ext uri="{FF2B5EF4-FFF2-40B4-BE49-F238E27FC236}">
                <a16:creationId xmlns:a16="http://schemas.microsoft.com/office/drawing/2014/main" id="{9A77CF68-2F2D-49B6-A8C1-8B1D7F8E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029325"/>
            <a:ext cx="995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복구 후 수행할 절차입니다. 실제 결과 화면은 아직 없습니다</a:t>
            </a:r>
          </a:p>
        </p:txBody>
      </p:sp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3209E4-5DD6-4020-A139-34F9E35979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dce73669c4995">
            <a:extLst>
              <a:ext uri="{96DAC541-7B7A-43D3-8B79-37D633B846F1}">
                <asvg:svgBlip xmlns:asvg="http://schemas.microsoft.com/office/drawing/2016/SVG/main" r:embed="Rfe22361812ba48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46" name="text-27">
            <a:extLst xmlns:a="http://schemas.openxmlformats.org/drawingml/2006/main">
              <a:ext uri="{FF2B5EF4-FFF2-40B4-BE49-F238E27FC236}">
                <a16:creationId xmlns:a16="http://schemas.microsoft.com/office/drawing/2014/main" id="{487CF553-8750-4614-98AB-3D38ED50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실행 미검증. CSV 비율은 원래 수치이며 null은 빈 셀입니다. Demo를 실측 External로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표시하지 않습니다.</a:t>
            </a:r>
          </a:p>
        </p:txBody>
      </p:sp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AED820-8FEB-49D1-AECC-5039E7D6A9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bffe3759d4255">
            <a:extLst>
              <a:ext uri="{96DAC541-7B7A-43D3-8B79-37D633B846F1}">
                <asvg:svgBlip xmlns:asvg="http://schemas.microsoft.com/office/drawing/2016/SVG/main" r:embed="R4719d5a1865040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8" name="text-28">
            <a:extLst xmlns:a="http://schemas.openxmlformats.org/drawingml/2006/main">
              <a:ext uri="{FF2B5EF4-FFF2-40B4-BE49-F238E27FC236}">
                <a16:creationId xmlns:a16="http://schemas.microsoft.com/office/drawing/2014/main" id="{78A5EC7B-3052-4F68-8C5E-BE0EB813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필터 결과 전체를 계산 근거와 함께 저장하는 절차입니다.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현재 환경에서는 실행하지 못했습니다.</a:t>
            </a:r>
          </a:p>
        </p:txBody>
      </p:sp>
    </p:spTree>
    <p:extLst>
      <p:ext uri="{BB962C8B-B14F-4D97-AF65-F5344CB8AC3E}">
        <p14:creationId xmlns:p14="http://schemas.microsoft.com/office/powerpoint/2010/main" val="53976266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C63727-5255-437E-B530-6004F74D142C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10848975" y="4410075"/>
            <a:ext cx="17335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C5213"/>
            </a:solidFill>
            <a:tailEnd type="arrow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6851F2-1E2A-4D69-95FD-5E996169A19F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8372475" y="4410075"/>
            <a:ext cx="17335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C5213"/>
            </a:solidFill>
            <a:tailEnd type="arrow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9A7570-AE22-4A73-B680-41EB8FB523F1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5895975" y="4410075"/>
            <a:ext cx="17335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C5213"/>
            </a:solidFill>
            <a:tailEnd type="arrow" w="sm" len="sm"/>
          </a:ln>
        </p:spPr>
      </p:cxnSp>
      <p:sp>
        <p:nvSpPr>
          <p:cNvPr id="45" name="text-1">
            <a:extLst xmlns:a="http://schemas.openxmlformats.org/drawingml/2006/main">
              <a:ext uri="{FF2B5EF4-FFF2-40B4-BE49-F238E27FC236}">
                <a16:creationId xmlns:a16="http://schemas.microsoft.com/office/drawing/2014/main" id="{F3630963-8608-4A1D-B94B-95AA60AC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OEEAnalyzer  /  06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5B3FE69F-0FB2-4B5A-815E-00CDB19B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DC64F-C899-4313-944E-AF9B0F42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B2B4233-F11A-4461-A9C8-E4735335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28846BD-A79C-4ACF-A9B8-F7989138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조회 대시보드와 로그아웃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3F6B286-BD9F-4203-894B-B7C8AD95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서비스 복구 후 허용된 위젯과 갱신 시각을 읽습니다.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24A08-EA36-445E-9CF3-FDF25904F5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dcf42b0d34fb1">
            <a:extLst>
              <a:ext uri="{96DAC541-7B7A-43D3-8B79-37D633B846F1}">
                <asvg:svgBlip xmlns:asvg="http://schemas.microsoft.com/office/drawing/2016/SVG/main" r:embed="R1a6b6cae53514a2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E78C0898-8AF7-4732-B8A4-1337FD9A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596A1FAC-26C3-4281-B1AF-FDC58742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조회 계정 로그인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9B7B10F9-D1BD-4DE3-A5FA-89878C1E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서비스 복구 후 조회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계정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CB432-F8A9-4064-94BB-6A3CAE09AC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1690ef3d440be">
            <a:extLst>
              <a:ext uri="{96DAC541-7B7A-43D3-8B79-37D633B846F1}">
                <asvg:svgBlip xmlns:asvg="http://schemas.microsoft.com/office/drawing/2016/SVG/main" r:embed="R3e14eafa4c2248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629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5174F0FE-24DA-4437-9CDA-A4CAA3FA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48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95C93B54-16BF-4EB0-8ED6-4D0D901D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0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조회 위젯 확인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BFB0056E-EB54-41CE-8A2C-C7E58E9C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100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Live Dashboard의 위젯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1CCA6-B1D0-40CA-813E-48702D50B8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1e81631154e3a">
            <a:extLst>
              <a:ext uri="{96DAC541-7B7A-43D3-8B79-37D633B846F1}">
                <asvg:svgBlip xmlns:asvg="http://schemas.microsoft.com/office/drawing/2016/SVG/main" r:embed="R2474466165c2408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581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025C8A9F-E005-48FC-B529-5B52E422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E7C88AE7-3BBC-4061-8DA7-33D326E2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52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갱신 시각 확인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4B293462-943F-4088-A8C0-B67167E9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Session · Last update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53F865-7577-4EC6-A07A-FD86613BD8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ab18632524bed">
            <a:extLst>
              <a:ext uri="{96DAC541-7B7A-43D3-8B79-37D633B846F1}">
                <asvg:svgBlip xmlns:asvg="http://schemas.microsoft.com/office/drawing/2016/SVG/main" r:embed="R716f313b8be949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5534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A1D15F90-CDFE-4217-867D-44D9793A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953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712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D5960A2B-DF07-4772-81DE-588109DA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505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세션 종료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3F5E256E-AEAA-4BCF-9A37-83F4D80F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150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로그아웃 ↗ → /login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B1AB6F-F756-48E0-A7DA-9C09B7C90B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b9052702d4bed">
            <a:extLst>
              <a:ext uri="{96DAC541-7B7A-43D3-8B79-37D633B846F1}">
                <asvg:svgBlip xmlns:asvg="http://schemas.microsoft.com/office/drawing/2016/SVG/main" r:embed="R5719ac1019af4d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57725" y="25908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195D29F3-6C49-4D64-828F-7D67ABC8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38425"/>
            <a:ext cx="885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현재 API 연결 불가 · 실행 미확인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906DCA-A0A1-4F3C-BB23-CA1649FB01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ef28e0a21400c">
            <a:extLst>
              <a:ext uri="{96DAC541-7B7A-43D3-8B79-37D633B846F1}">
                <asvg:svgBlip xmlns:asvg="http://schemas.microsoft.com/office/drawing/2016/SVG/main" r:embed="R9fa8ee5ec37d465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53025" y="403860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965C8122-99DC-40D8-B849-42C5FEC4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153025"/>
            <a:ext cx="223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API / DB 준비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258EA4-8560-40E7-8E8C-4B7A2477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0386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498BA6-F9B7-486A-BDA2-A7FACA8A9F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eb249994bf45ce">
            <a:extLst>
              <a:ext uri="{96DAC541-7B7A-43D3-8B79-37D633B846F1}">
                <asvg:svgBlip xmlns:asvg="http://schemas.microsoft.com/office/drawing/2016/SVG/main" r:embed="Rde75a5c775c342c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9525" y="403860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29" name="text-20">
            <a:extLst xmlns:a="http://schemas.openxmlformats.org/drawingml/2006/main">
              <a:ext uri="{FF2B5EF4-FFF2-40B4-BE49-F238E27FC236}">
                <a16:creationId xmlns:a16="http://schemas.microsoft.com/office/drawing/2014/main" id="{0EFF6A81-1D64-4105-ADF4-1CE78E8C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153025"/>
            <a:ext cx="223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조회 인증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A10639-72ED-405A-948E-19F3AA87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0386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E87737-1619-47B2-B09C-D5D6C607ED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46e003002434a">
            <a:extLst>
              <a:ext uri="{96DAC541-7B7A-43D3-8B79-37D633B846F1}">
                <asvg:svgBlip xmlns:asvg="http://schemas.microsoft.com/office/drawing/2016/SVG/main" r:embed="R0c49ed9817b043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06025" y="403860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33" name="text-21">
            <a:extLst xmlns:a="http://schemas.openxmlformats.org/drawingml/2006/main">
              <a:ext uri="{FF2B5EF4-FFF2-40B4-BE49-F238E27FC236}">
                <a16:creationId xmlns:a16="http://schemas.microsoft.com/office/drawing/2014/main" id="{8342FD0D-87EF-48C6-93A2-969B2D42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153025"/>
            <a:ext cx="223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효율 모니터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EBC7DC-B418-4512-AA32-BE328993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40386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6443C4-D029-4FC9-B440-60A72905B9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c2e4fa1bb74482">
            <a:extLst>
              <a:ext uri="{96DAC541-7B7A-43D3-8B79-37D633B846F1}">
                <asvg:svgBlip xmlns:asvg="http://schemas.microsoft.com/office/drawing/2016/SVG/main" r:embed="R44b100cf45bd4f1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582525" y="403860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37" name="text-22">
            <a:extLst xmlns:a="http://schemas.openxmlformats.org/drawingml/2006/main">
              <a:ext uri="{FF2B5EF4-FFF2-40B4-BE49-F238E27FC236}">
                <a16:creationId xmlns:a16="http://schemas.microsoft.com/office/drawing/2014/main" id="{75BED27B-3285-4EDE-A79E-BE940BF3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5153025"/>
            <a:ext cx="223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로그아웃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B0BFD3-0C6E-4EDD-8736-67F4064E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40386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text-23">
            <a:extLst xmlns:a="http://schemas.openxmlformats.org/drawingml/2006/main">
              <a:ext uri="{FF2B5EF4-FFF2-40B4-BE49-F238E27FC236}">
                <a16:creationId xmlns:a16="http://schemas.microsoft.com/office/drawing/2014/main" id="{695E7208-562B-4E5F-AE86-927760B2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029325"/>
            <a:ext cx="995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복구 후 수행할 절차입니다. 실제 결과 화면은 아직 없습니다</a:t>
            </a:r>
          </a:p>
        </p:txBody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4CFF26-1CF4-4DC6-A697-6591FE1A97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9a99ce8ce142ec">
            <a:extLst>
              <a:ext uri="{96DAC541-7B7A-43D3-8B79-37D633B846F1}">
                <asvg:svgBlip xmlns:asvg="http://schemas.microsoft.com/office/drawing/2016/SVG/main" r:embed="R7a293a87ece447d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42" name="text-24">
            <a:extLst xmlns:a="http://schemas.openxmlformats.org/drawingml/2006/main">
              <a:ext uri="{FF2B5EF4-FFF2-40B4-BE49-F238E27FC236}">
                <a16:creationId xmlns:a16="http://schemas.microsoft.com/office/drawing/2014/main" id="{C1D77DB0-8990-4552-8E0F-EC419F0E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실행 미검증. No dashboard widgets는 배정 권한을, No updates는 데이터·세션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상태를 확인합니다.</a:t>
            </a:r>
          </a:p>
        </p:txBody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D36092-5AE7-478C-BB2D-5C5FAD4396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b7b639ffe142a9">
            <a:extLst>
              <a:ext uri="{96DAC541-7B7A-43D3-8B79-37D633B846F1}">
                <asvg:svgBlip xmlns:asvg="http://schemas.microsoft.com/office/drawing/2016/SVG/main" r:embed="R62a5f4ad973f4d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4" name="text-25">
            <a:extLst xmlns:a="http://schemas.openxmlformats.org/drawingml/2006/main">
              <a:ext uri="{FF2B5EF4-FFF2-40B4-BE49-F238E27FC236}">
                <a16:creationId xmlns:a16="http://schemas.microsoft.com/office/drawing/2014/main" id="{0BC6711B-D62F-4780-8210-0DFA3882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읽기 전용 위젯 확인과 세션 종료 절차입니다.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9C5213"/>
                </a:solidFill>
                <a:latin typeface="Malgun Gothic"/>
                <a:ea typeface="Malgun Gothic"/>
                <a:cs typeface="Malgun Gothic"/>
              </a:rPr>
              <a:t>인증·조회·로그아웃은 현재 환경에서 미검증입니다.</a:t>
            </a:r>
          </a:p>
        </p:txBody>
      </p:sp>
    </p:spTree>
    <p:extLst>
      <p:ext uri="{BB962C8B-B14F-4D97-AF65-F5344CB8AC3E}">
        <p14:creationId xmlns:p14="http://schemas.microsoft.com/office/powerpoint/2010/main" val="191309813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">
            <a:extLst xmlns:a="http://schemas.openxmlformats.org/drawingml/2006/main">
              <a:ext uri="{FF2B5EF4-FFF2-40B4-BE49-F238E27FC236}">
                <a16:creationId xmlns:a16="http://schemas.microsoft.com/office/drawing/2014/main" id="{3C43919D-0047-4610-97B3-3F3BF82A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05  DataNexus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E010FD5D-0F7C-46BE-A8C1-38B68529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ABA53-62F6-4DD5-96CE-1216009D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94388DB-06A8-4298-81E2-56F1F455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68C96-A6E7-49A0-A55A-F140090DC2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68a46c290745bc">
            <a:extLst>
              <a:ext uri="{96DAC541-7B7A-43D3-8B79-37D633B846F1}">
                <asvg:svgBlip xmlns:asvg="http://schemas.microsoft.com/office/drawing/2016/SVG/main" r:embed="Ra2d3c0fc03ba4b4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362075"/>
            <a:ext cx="1095375" cy="1095375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B3E67CB-7A5D-4DDD-803D-94AFACAE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5048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DataNexus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87772B2A-731A-44C5-B1B7-A1E12747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14825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교육용 CSV를 차트와 재현 가능한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보고서로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676B7772-132A-4494-8E2E-F10630B8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149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5개 동작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243A6-4416-48BC-A737-39F09AD480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a1db562f944823"/>
          <a:srcRect xmlns:a="http://schemas.openxmlformats.org/drawingml/2006/main" l="18000" t="10000" r="2000" b="46000"/>
          <a:stretch xmlns:a="http://schemas.openxmlformats.org/drawingml/2006/main"/>
        </p:blipFill>
        <p:spPr>
          <a:xfrm xmlns:a="http://schemas.openxmlformats.org/drawingml/2006/main">
            <a:off x="6172200" y="1969593"/>
            <a:ext cx="8458200" cy="3585564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2095A8-FF2A-4607-B2FA-383A70F560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b9cfc4af9345ec">
            <a:extLst>
              <a:ext uri="{96DAC541-7B7A-43D3-8B79-37D633B846F1}">
                <asvg:svgBlip xmlns:asvg="http://schemas.microsoft.com/office/drawing/2016/SVG/main" r:embed="Rf4f014450924401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6819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1" name="text-7">
            <a:extLst xmlns:a="http://schemas.openxmlformats.org/drawingml/2006/main">
              <a:ext uri="{FF2B5EF4-FFF2-40B4-BE49-F238E27FC236}">
                <a16:creationId xmlns:a16="http://schemas.microsoft.com/office/drawing/2014/main" id="{D8F30C3F-4E03-42D4-AC94-F8E4501D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6791325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CSV 시각화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16850-C0C5-4866-91CC-7A577B2CBB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916cb3157466d">
            <a:extLst>
              <a:ext uri="{96DAC541-7B7A-43D3-8B79-37D633B846F1}">
                <asvg:svgBlip xmlns:asvg="http://schemas.microsoft.com/office/drawing/2016/SVG/main" r:embed="R29e22be4a6804cc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67350" y="6819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3" name="text-8">
            <a:extLst xmlns:a="http://schemas.openxmlformats.org/drawingml/2006/main">
              <a:ext uri="{FF2B5EF4-FFF2-40B4-BE49-F238E27FC236}">
                <a16:creationId xmlns:a16="http://schemas.microsoft.com/office/drawing/2014/main" id="{439931F1-BCB0-44C5-9A92-36E9AB59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6791325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지표 필터·비교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E10DB-1D12-4606-B6A4-A1C4E3C301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9c05ea95b462d">
            <a:extLst>
              <a:ext uri="{96DAC541-7B7A-43D3-8B79-37D633B846F1}">
                <asvg:svgBlip xmlns:asvg="http://schemas.microsoft.com/office/drawing/2016/SVG/main" r:embed="Radbd8a1d594a49f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29850" y="6819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5" name="text-9">
            <a:extLst xmlns:a="http://schemas.openxmlformats.org/drawingml/2006/main">
              <a:ext uri="{FF2B5EF4-FFF2-40B4-BE49-F238E27FC236}">
                <a16:creationId xmlns:a16="http://schemas.microsoft.com/office/drawing/2014/main" id="{F4D6295E-922C-4BE1-830A-087019D1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791325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관측 근거 기록</a:t>
            </a:r>
          </a:p>
        </p:txBody>
      </p:sp>
      <p:sp>
        <p:nvSpPr>
          <p:cNvPr id="16" name="text-10">
            <a:extLst xmlns:a="http://schemas.openxmlformats.org/drawingml/2006/main">
              <a:ext uri="{FF2B5EF4-FFF2-40B4-BE49-F238E27FC236}">
                <a16:creationId xmlns:a16="http://schemas.microsoft.com/office/drawing/2014/main" id="{842DFEA8-C90F-47EA-A482-BB5D6641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43825"/>
            <a:ext cx="1381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7658A8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0cc9fe3da0d04398"/>
              </a:rPr>
              <a:t>http://127.0.0.1:5186/</a:t>
            </a:r>
          </a:p>
        </p:txBody>
      </p:sp>
    </p:spTree>
    <p:extLst>
      <p:ext uri="{BB962C8B-B14F-4D97-AF65-F5344CB8AC3E}">
        <p14:creationId xmlns:p14="http://schemas.microsoft.com/office/powerpoint/2010/main" val="193424851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1">
            <a:extLst xmlns:a="http://schemas.openxmlformats.org/drawingml/2006/main">
              <a:ext uri="{FF2B5EF4-FFF2-40B4-BE49-F238E27FC236}">
                <a16:creationId xmlns:a16="http://schemas.microsoft.com/office/drawing/2014/main" id="{537C8E05-A144-4B53-9D5B-F7BEF5EA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DataNexus  /  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2EBA0AE-996F-486D-A2C1-7DA5B633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1C5A6-DBA6-403F-B6ED-27B7C274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778BD3C-985A-4FA2-BD97-30FCAEA2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1F60333-6702-417D-9675-9E8821AE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스트림 연결과 수신 구분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A6859E9-1CF9-4C8C-B4D9-0363A074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Hub 연결 성공과 실제 제조 데이터 수신을 따로 읽습니다.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8B660-B1EE-41B4-93E1-7140A1B05C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e8cdf7535485c">
            <a:extLst>
              <a:ext uri="{96DAC541-7B7A-43D3-8B79-37D633B846F1}">
                <asvg:svgBlip xmlns:asvg="http://schemas.microsoft.com/office/drawing/2016/SVG/main" r:embed="Ra36a177acb7d4e0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CB0AAAA3-BCD7-4D5A-8762-C008E476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BB08162F-6916-4933-9EA1-7970395A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분석 개요 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1727042D-E752-42A4-A464-5A110FD3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수신 건수 · Latest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Source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01A8F-256D-41E2-B2CC-C99B2755DD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1136489a24c41">
            <a:extLst>
              <a:ext uri="{96DAC541-7B7A-43D3-8B79-37D633B846F1}">
                <asvg:svgBlip xmlns:asvg="http://schemas.microsoft.com/office/drawing/2016/SVG/main" r:embed="R4a183a7049de4bd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629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6713C2C0-7836-4254-A03E-13AFCB03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48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23CE1072-DAF2-4A75-87D6-6ED13F0A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0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스트림 연결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B75392FB-4587-4B85-A23A-4FCE0DAB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100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스트림 연결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6C425C-0266-4BF1-8868-3386CF66DF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a29370b85c4130">
            <a:extLst>
              <a:ext uri="{96DAC541-7B7A-43D3-8B79-37D633B846F1}">
                <asvg:svgBlip xmlns:asvg="http://schemas.microsoft.com/office/drawing/2016/SVG/main" r:embed="Rccb1ab7e6421487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581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669D8DCC-9A33-4FED-9316-9335B7CE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DC09EC73-5C0F-45B7-B66E-E3962F84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52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수신 여부 확인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EF384E4A-8E3A-4A90-ACA1-9FB62BBD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이벤트 · 최근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원본 확인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5DA513-4993-4DCE-93FA-0729AD48E9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01063fb2746dc">
            <a:extLst>
              <a:ext uri="{96DAC541-7B7A-43D3-8B79-37D633B846F1}">
                <asvg:svgBlip xmlns:asvg="http://schemas.microsoft.com/office/drawing/2016/SVG/main" r:embed="R8d46e7726136412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58578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61ED7F43-7D01-46BF-8DA0-ADDD1568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2769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95378190-6659-4B61-BEA4-A6324503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8293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화면 연결 종료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8C7837BB-ACDC-4432-A18E-1A95044D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2388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Disconnect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9F602A-0927-4E84-91E7-CC8A82BEDA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4c400e6be4c63"/>
          <a:srcRect xmlns:a="http://schemas.openxmlformats.org/drawingml/2006/main" l="18000" t="10000" r="2000" b="46000"/>
          <a:stretch xmlns:a="http://schemas.openxmlformats.org/drawingml/2006/main"/>
        </p:blipFill>
        <p:spPr>
          <a:xfrm xmlns:a="http://schemas.openxmlformats.org/drawingml/2006/main">
            <a:off x="4310217" y="2305050"/>
            <a:ext cx="10200966" cy="432435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E17C7B38-B5E4-4C41-B5EF-18D410C9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93CD72-A69B-44C0-9E43-093EBF15DB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7afc7da284c97">
            <a:extLst>
              <a:ext uri="{96DAC541-7B7A-43D3-8B79-37D633B846F1}">
                <asvg:svgBlip xmlns:asvg="http://schemas.microsoft.com/office/drawing/2016/SVG/main" r:embed="R2d892d03ac8c4a8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95301BDF-8690-4228-B3CF-3AD071D5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이 실습은 데모 스트림·제조 수집이 비활성입니다. 연결 배지로 수집 성공을 판단하지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않습니다.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71A7C2-4CCD-4AEE-9C3A-A240EB709E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1e5083a7674127">
            <a:extLst>
              <a:ext uri="{96DAC541-7B7A-43D3-8B79-37D633B846F1}">
                <asvg:svgBlip xmlns:asvg="http://schemas.microsoft.com/office/drawing/2016/SVG/main" r:embed="R1c47e05f38f147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8" name="text-20">
            <a:extLst xmlns:a="http://schemas.openxmlformats.org/drawingml/2006/main">
              <a:ext uri="{FF2B5EF4-FFF2-40B4-BE49-F238E27FC236}">
                <a16:creationId xmlns:a16="http://schemas.microsoft.com/office/drawing/2014/main" id="{5B1C8FE1-D346-4519-B92C-9399B097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연결 Active와 수신 0건이 함께 보일 수 있습니다.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수신 이벤트가 있어야 최근 원본이 채워집니다.</a:t>
            </a:r>
          </a:p>
        </p:txBody>
      </p:sp>
    </p:spTree>
    <p:extLst>
      <p:ext uri="{BB962C8B-B14F-4D97-AF65-F5344CB8AC3E}">
        <p14:creationId xmlns:p14="http://schemas.microsoft.com/office/powerpoint/2010/main" val="12241127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ext-1">
            <a:extLst xmlns:a="http://schemas.openxmlformats.org/drawingml/2006/main">
              <a:ext uri="{FF2B5EF4-FFF2-40B4-BE49-F238E27FC236}">
                <a16:creationId xmlns:a16="http://schemas.microsoft.com/office/drawing/2014/main" id="{E0D6767E-A285-4995-ACA0-04717C07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DataNexus  /  02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5FF5A3AE-91D2-4F42-9D65-0236E197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11BEE-26BE-4493-A233-09BD8F01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BFAEDB9-A4A2-4BB8-829C-421E2686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420B01C-557C-42C3-BD1D-5E04BB4D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CSV를 차트와 분석 행으로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25928E9-91D4-42EB-85C3-031347D9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교육용 파일을 열어 숫자 지표를 시각화합니다.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88EAC-8B33-4433-8E17-C47878F269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34bd38b9c4f53">
            <a:extLst>
              <a:ext uri="{96DAC541-7B7A-43D3-8B79-37D633B846F1}">
                <asvg:svgBlip xmlns:asvg="http://schemas.microsoft.com/office/drawing/2016/SVG/main" r:embed="Rc8d3714e926242a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0D503D7E-D362-4AE4-AAFB-336F0BA4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3A98DC44-EEB5-4102-A706-EB8C4324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교육용 CSV 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15992799-8333-4667-BFF7-492E4746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manual-process.csv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82B974-F52F-4512-93B8-B0534DDC0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f4aab4d9b4ac1">
            <a:extLst>
              <a:ext uri="{96DAC541-7B7A-43D3-8B79-37D633B846F1}">
                <asvg:svgBlip xmlns:asvg="http://schemas.microsoft.com/office/drawing/2016/SVG/main" r:embed="R8380538d18a54ef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AE8C8492-EBF4-48BC-AB7C-9BA918B5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ABF8AFFF-CAF2-4EB8-AC61-7090B625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차트 축 지정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2B68B232-2386-4AC9-AFB8-6769AB2D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시간: Timestamp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값: Temperature / Line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FD7DD-6E81-4D1B-84C4-DA714394D9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80d4a973a4403">
            <a:extLst>
              <a:ext uri="{96DAC541-7B7A-43D3-8B79-37D633B846F1}">
                <asvg:svgBlip xmlns:asvg="http://schemas.microsoft.com/office/drawing/2016/SVG/main" r:embed="R6203171e2fd9415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581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0C474552-7C69-4F56-A3AC-30D6DBA9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E8ECE8F2-8B1C-4493-B5B6-00544F24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52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차트 렌더링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5C5F75A5-8E0E-4FDE-8896-E927D030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Render Chart로 3개 점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7630C4-8990-45FF-86A0-8DD4619477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6e565c18304f92">
            <a:extLst>
              <a:ext uri="{96DAC541-7B7A-43D3-8B79-37D633B846F1}">
                <asvg:svgBlip xmlns:asvg="http://schemas.microsoft.com/office/drawing/2016/SVG/main" r:embed="R67f1e54ee79a47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5534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8EA9F664-6CAA-4336-B183-56099548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953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D0128A59-8096-44C6-A569-D8DE2168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505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분석 그리드 추가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E30C7847-A9A3-4A2A-99F5-63B21FE3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150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Add to Analytics Grid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85CA00-DC6D-4C33-AF7D-3B4A10275A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7dcbeb73d04ace">
            <a:extLst>
              <a:ext uri="{96DAC541-7B7A-43D3-8B79-37D633B846F1}">
                <asvg:svgBlip xmlns:asvg="http://schemas.microsoft.com/office/drawing/2016/SVG/main" r:embed="Rab343aa19b0343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6486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275E084E-6DC2-4CB1-BDA6-62B476F6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905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5" name="text-19">
            <a:extLst xmlns:a="http://schemas.openxmlformats.org/drawingml/2006/main">
              <a:ext uri="{FF2B5EF4-FFF2-40B4-BE49-F238E27FC236}">
                <a16:creationId xmlns:a16="http://schemas.microsoft.com/office/drawing/2014/main" id="{1FB6506E-F00F-495B-A81A-6A479D85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457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추가한 행 확인</a:t>
            </a:r>
          </a:p>
        </p:txBody>
      </p:sp>
      <p:sp>
        <p:nvSpPr>
          <p:cNvPr id="26" name="text-20">
            <a:extLst xmlns:a="http://schemas.openxmlformats.org/drawingml/2006/main">
              <a:ext uri="{FF2B5EF4-FFF2-40B4-BE49-F238E27FC236}">
                <a16:creationId xmlns:a16="http://schemas.microsoft.com/office/drawing/2014/main" id="{0D49E98F-2708-4399-B5BA-515DAA3B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8675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추가한 IM- 행 확인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8B6CF8-F189-4650-982E-659447DC90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5ea860ab44b42"/>
          <a:srcRect xmlns:a="http://schemas.openxmlformats.org/drawingml/2006/main" l="17000" t="31000" r="2000" b="26000"/>
          <a:stretch xmlns:a="http://schemas.openxmlformats.org/drawingml/2006/main"/>
        </p:blipFill>
        <p:spPr>
          <a:xfrm xmlns:a="http://schemas.openxmlformats.org/drawingml/2006/main">
            <a:off x="4191000" y="2332258"/>
            <a:ext cx="10439400" cy="4269935"/>
          </a:xfrm>
          <a:prstGeom xmlns:a="http://schemas.openxmlformats.org/drawingml/2006/main" prst="rect">
            <a:avLst/>
          </a:prstGeom>
        </p:spPr>
      </p:pic>
      <p:sp>
        <p:nvSpPr>
          <p:cNvPr id="28" name="text-21">
            <a:extLst xmlns:a="http://schemas.openxmlformats.org/drawingml/2006/main">
              <a:ext uri="{FF2B5EF4-FFF2-40B4-BE49-F238E27FC236}">
                <a16:creationId xmlns:a16="http://schemas.microsoft.com/office/drawing/2014/main" id="{49A7E425-3413-4398-9DD5-2BB8D1F6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sp>
        <p:nvSpPr>
          <p:cNvPr id="29" name="screenshot-annotation-1">
            <a:extLst xmlns:a="http://schemas.openxmlformats.org/drawingml/2006/main">
              <a:ext uri="{FF2B5EF4-FFF2-40B4-BE49-F238E27FC236}">
                <a16:creationId xmlns:a16="http://schemas.microsoft.com/office/drawing/2014/main" id="{3FF0FD52-19F2-4227-BC40-54C2C150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917" y="298622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8A8"/>
          </a:solidFill>
          <a:ln xmlns:a="http://schemas.openxmlformats.org/drawingml/2006/main" w="2857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0" name="screenshot-annotation-2">
            <a:extLst xmlns:a="http://schemas.openxmlformats.org/drawingml/2006/main">
              <a:ext uri="{FF2B5EF4-FFF2-40B4-BE49-F238E27FC236}">
                <a16:creationId xmlns:a16="http://schemas.microsoft.com/office/drawing/2014/main" id="{8A40F630-8B2C-4985-A09B-DADC90AF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917" y="4993089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8A8"/>
          </a:solidFill>
          <a:ln xmlns:a="http://schemas.openxmlformats.org/drawingml/2006/main" w="2857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1" name="screenshot-annotation-3">
            <a:extLst xmlns:a="http://schemas.openxmlformats.org/drawingml/2006/main">
              <a:ext uri="{FF2B5EF4-FFF2-40B4-BE49-F238E27FC236}">
                <a16:creationId xmlns:a16="http://schemas.microsoft.com/office/drawing/2014/main" id="{CF10A048-F09D-4773-AA3A-1F1E65D2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945" y="567627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8A8"/>
          </a:solidFill>
          <a:ln xmlns:a="http://schemas.openxmlformats.org/drawingml/2006/main" w="2857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2" name="screenshot-annotation-4">
            <a:extLst xmlns:a="http://schemas.openxmlformats.org/drawingml/2006/main">
              <a:ext uri="{FF2B5EF4-FFF2-40B4-BE49-F238E27FC236}">
                <a16:creationId xmlns:a16="http://schemas.microsoft.com/office/drawing/2014/main" id="{E2A11365-5BD4-4BB4-B2EC-5DE7C8DC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431" y="567627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8A8"/>
          </a:solidFill>
          <a:ln xmlns:a="http://schemas.openxmlformats.org/drawingml/2006/main" w="2857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09A15C-3AF2-4E73-A3F9-A155503C66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8fca12d72405d">
            <a:extLst>
              <a:ext uri="{96DAC541-7B7A-43D3-8B79-37D633B846F1}">
                <asvg:svgBlip xmlns:asvg="http://schemas.microsoft.com/office/drawing/2016/SVG/main" r:embed="Racfff6f6b0344d7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34" name="text-22">
            <a:extLst xmlns:a="http://schemas.openxmlformats.org/drawingml/2006/main">
              <a:ext uri="{FF2B5EF4-FFF2-40B4-BE49-F238E27FC236}">
                <a16:creationId xmlns:a16="http://schemas.microsoft.com/office/drawing/2014/main" id="{1EDF757B-1773-45C1-A6D9-D12C64C5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가독성 보정 전 실제 캡처. 상세 입력값은 Markdown 본문 참조</a:t>
            </a:r>
          </a:p>
        </p:txBody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5AB486-319C-4F4F-8375-6A569CD3DD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e64e136734170">
            <a:extLst>
              <a:ext uri="{96DAC541-7B7A-43D3-8B79-37D633B846F1}">
                <asvg:svgBlip xmlns:asvg="http://schemas.microsoft.com/office/drawing/2016/SVG/main" r:embed="R37eeeb46b555451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6" name="text-23">
            <a:extLst xmlns:a="http://schemas.openxmlformats.org/drawingml/2006/main">
              <a:ext uri="{FF2B5EF4-FFF2-40B4-BE49-F238E27FC236}">
                <a16:creationId xmlns:a16="http://schemas.microsoft.com/office/drawing/2014/main" id="{F8F7123F-456B-4830-B0F9-114F19E6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3행 × 숫자 지표 2개 = 6개 레코드입니다.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Temperature·Speed는 교육용 가상값입니다.</a:t>
            </a:r>
          </a:p>
        </p:txBody>
      </p:sp>
    </p:spTree>
    <p:extLst>
      <p:ext uri="{BB962C8B-B14F-4D97-AF65-F5344CB8AC3E}">
        <p14:creationId xmlns:p14="http://schemas.microsoft.com/office/powerpoint/2010/main" val="37140448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1">
            <a:extLst xmlns:a="http://schemas.openxmlformats.org/drawingml/2006/main">
              <a:ext uri="{FF2B5EF4-FFF2-40B4-BE49-F238E27FC236}">
                <a16:creationId xmlns:a16="http://schemas.microsoft.com/office/drawing/2014/main" id="{9812ECAA-8D67-4DFF-A393-595AFF50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DataNexus  /  03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645EA2E-31D8-4FBF-BDBF-E0A85426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08459-239F-4B32-AD37-C7A62201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B5608C9-1AE5-46DC-A8C1-C06E81D9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DB508FF-A8B5-4BF5-AF13-2DC9ECFA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분석 행 필터와 강조 비교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7980E16-B1A9-4A8B-890E-1F2FE336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파일·지표로 좁혀 결과를 비교하고 내보냅니다.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86839-322E-4ABF-B478-7F63A0E1A2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7533c3de0416e">
            <a:extLst>
              <a:ext uri="{96DAC541-7B7A-43D3-8B79-37D633B846F1}">
                <asvg:svgBlip xmlns:asvg="http://schemas.microsoft.com/office/drawing/2016/SVG/main" r:embed="R88ff4c46aed649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3AC77E1F-6280-4ADD-8F4F-0E0F64B9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1A1A01E7-B505-4195-BA2D-61080649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파일과 지표 검색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3FD72266-8D20-451F-908C-B55EF579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manual-process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Temperature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63AA72-A73B-4BE1-9011-9C8F497064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a480dc723d43ea">
            <a:extLst>
              <a:ext uri="{96DAC541-7B7A-43D3-8B79-37D633B846F1}">
                <asvg:svgBlip xmlns:asvg="http://schemas.microsoft.com/office/drawing/2016/SVG/main" r:embed="R0a1ff09c2b5548c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569494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A44DFE0B-732C-44A1-87A3-599D74F6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988594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2BADF637-C9F6-4040-A227-951676CD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40919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화면 강조 기준 변경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E3CA4100-DB03-4AC5-86C4-DB302D6D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950494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Neon threshold ≥: 74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F40A87-62B8-498D-A5EF-9C52220E97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7d435188a4765">
            <a:extLst>
              <a:ext uri="{96DAC541-7B7A-43D3-8B79-37D633B846F1}">
                <asvg:svgBlip xmlns:asvg="http://schemas.microsoft.com/office/drawing/2016/SVG/main" r:embed="Rb7b650f00fcd4b2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462463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97266105-1E66-4844-8E1E-04C4C0CC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881563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5D0FA961-7BE1-4CFB-B26A-3D1DEE91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433888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값 비교와 정렬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BAC600F4-49D5-4680-8D22-1A0FB9DB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843463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Temperature 3건 · 74.1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강조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987F9F-1CAB-4B0A-802F-86493C6AED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0a14b62e44364">
            <a:extLst>
              <a:ext uri="{96DAC541-7B7A-43D3-8B79-37D633B846F1}">
                <asvg:svgBlip xmlns:asvg="http://schemas.microsoft.com/office/drawing/2016/SVG/main" r:embed="R82d9ad6702654b3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5679281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45148F80-EB98-49C6-9279-A1760586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098381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C61BA7BA-3FC7-48B7-9ED1-CB393057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650706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필터 전체 내보내기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7B05E7F9-6DAB-4600-994C-BE62B21D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060281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CSV 또는 JSON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F11E24-2FE1-4E5C-B726-8B02595BB9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0ffa954ed44bb7">
            <a:extLst>
              <a:ext uri="{96DAC541-7B7A-43D3-8B79-37D633B846F1}">
                <asvg:svgBlip xmlns:asvg="http://schemas.microsoft.com/office/drawing/2016/SVG/main" r:embed="Rc63d4964691f484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65722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C1C259A6-CBC4-4830-900C-9C9C60FC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9913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5" name="text-19">
            <a:extLst xmlns:a="http://schemas.openxmlformats.org/drawingml/2006/main">
              <a:ext uri="{FF2B5EF4-FFF2-40B4-BE49-F238E27FC236}">
                <a16:creationId xmlns:a16="http://schemas.microsoft.com/office/drawing/2014/main" id="{13309C22-ABC2-4DC5-9398-D415379C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54367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조건 원복</a:t>
            </a:r>
          </a:p>
        </p:txBody>
      </p:sp>
      <p:sp>
        <p:nvSpPr>
          <p:cNvPr id="26" name="text-20">
            <a:extLst xmlns:a="http://schemas.openxmlformats.org/drawingml/2006/main">
              <a:ext uri="{FF2B5EF4-FFF2-40B4-BE49-F238E27FC236}">
                <a16:creationId xmlns:a16="http://schemas.microsoft.com/office/drawing/2014/main" id="{20F8E6E7-920F-4FA5-8A35-D9BE1E54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953250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Clear → 강조 기준 80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41C046-1AC9-4B37-81D0-50E1B8956F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32f728dc74b7d"/>
          <a:srcRect xmlns:a="http://schemas.openxmlformats.org/drawingml/2006/main" l="18000" t="10000" r="2000" b="55000"/>
          <a:stretch xmlns:a="http://schemas.openxmlformats.org/drawingml/2006/main"/>
        </p:blipFill>
        <p:spPr>
          <a:xfrm xmlns:a="http://schemas.openxmlformats.org/drawingml/2006/main">
            <a:off x="4191000" y="2707112"/>
            <a:ext cx="10439400" cy="3520225"/>
          </a:xfrm>
          <a:prstGeom xmlns:a="http://schemas.openxmlformats.org/drawingml/2006/main" prst="rect">
            <a:avLst/>
          </a:prstGeom>
        </p:spPr>
      </p:pic>
      <p:sp>
        <p:nvSpPr>
          <p:cNvPr id="28" name="text-21">
            <a:extLst xmlns:a="http://schemas.openxmlformats.org/drawingml/2006/main">
              <a:ext uri="{FF2B5EF4-FFF2-40B4-BE49-F238E27FC236}">
                <a16:creationId xmlns:a16="http://schemas.microsoft.com/office/drawing/2014/main" id="{8C1A1B88-548C-411C-B997-FD93CA71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848312-3E86-4A27-8733-AD2DB0E744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c818f7f1e74a55">
            <a:extLst>
              <a:ext uri="{96DAC541-7B7A-43D3-8B79-37D633B846F1}">
                <asvg:svgBlip xmlns:asvg="http://schemas.microsoft.com/office/drawing/2016/SVG/main" r:embed="R2a0ac87d48924c1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30" name="text-22">
            <a:extLst xmlns:a="http://schemas.openxmlformats.org/drawingml/2006/main">
              <a:ext uri="{FF2B5EF4-FFF2-40B4-BE49-F238E27FC236}">
                <a16:creationId xmlns:a16="http://schemas.microsoft.com/office/drawing/2014/main" id="{C07A876B-1759-49DF-9E49-5C89B0AD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가독성 보정 전 실제 캡처. 상세 입력값은 Markdown 본문 참조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9EE463-B4AF-48F3-9C42-C87CA0EB8B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20f4fbf2649d3">
            <a:extLst>
              <a:ext uri="{96DAC541-7B7A-43D3-8B79-37D633B846F1}">
                <asvg:svgBlip xmlns:asvg="http://schemas.microsoft.com/office/drawing/2016/SVG/main" r:embed="R3dca88cfde8e460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2" name="text-23">
            <a:extLst xmlns:a="http://schemas.openxmlformats.org/drawingml/2006/main">
              <a:ext uri="{FF2B5EF4-FFF2-40B4-BE49-F238E27FC236}">
                <a16:creationId xmlns:a16="http://schemas.microsoft.com/office/drawing/2014/main" id="{CC070240-1B69-4B90-B507-6E68C486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필터에 맞는 전체 행이 내보내기 대상입니다.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강조 기준 변경은 원본 값을 바꾸지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673360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1">
            <a:extLst xmlns:a="http://schemas.openxmlformats.org/drawingml/2006/main">
              <a:ext uri="{FF2B5EF4-FFF2-40B4-BE49-F238E27FC236}">
                <a16:creationId xmlns:a16="http://schemas.microsoft.com/office/drawing/2014/main" id="{E64A68B4-1211-4955-833D-14A2F7F2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DataNexus  /  04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6D3E59B4-AB3C-425D-99A5-9D04EF4D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7C4EF-51AD-4C09-AB43-F04DD3F5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A36CB3D-9416-4BB1-B5C9-7A729677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41E8F70-165D-4292-BD5C-13A648F5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관측 결과를 로컬 보고서로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73EF995-FC79-4DCC-B50A-A19ABA0E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입력한 결과와 미연결 한계를 템플릿에 기록합니다.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52982-478D-4A31-B8C0-A03786B682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d62d4e8eb4d11">
            <a:extLst>
              <a:ext uri="{96DAC541-7B7A-43D3-8B79-37D633B846F1}">
                <asvg:svgBlip xmlns:asvg="http://schemas.microsoft.com/office/drawing/2016/SVG/main" r:embed="Rda03ead21ede47d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80276DC1-458E-45A4-8FE0-2D441E8A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E54FE75D-A3EE-4AB1-B9E5-EA10E167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제목과 작성자 입력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3142E6CD-2B68-4D1A-BBBA-F9718599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필수 항목 입력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3FCCA5-283C-4633-B00D-CC2DA82927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0e95d4f0b4bd3">
            <a:extLst>
              <a:ext uri="{96DAC541-7B7A-43D3-8B79-37D633B846F1}">
                <asvg:svgBlip xmlns:asvg="http://schemas.microsoft.com/office/drawing/2016/SVG/main" r:embed="R58df36b234e04ab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245644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D331E674-A8B5-470B-AA69-F6C7BD15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64744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F0BF08C5-6BAE-4288-BA72-BED91E3F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17069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관측 내용과 제한 기록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90CDFBAA-BDD5-4799-B92F-8ED80DC6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26644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가상 CSV / 미연결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24D23-0C2A-4B2D-8CB4-61EE06F73E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8631df2a541a3">
            <a:extLst>
              <a:ext uri="{96DAC541-7B7A-43D3-8B79-37D633B846F1}">
                <asvg:svgBlip xmlns:asvg="http://schemas.microsoft.com/office/drawing/2016/SVG/main" r:embed="Ra2b0ab144ccf4dd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462463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10EEAB58-3C75-4895-A8B7-F6501B21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881563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88F85DE7-0FDF-4114-B776-264AB8A1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433888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보고서 생성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FA2E6BB1-25C3-48A9-AA64-69B4D413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843463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보고서 생성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569155-B3CC-4798-845C-42E264F7E6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4acd38c2845ef">
            <a:extLst>
              <a:ext uri="{96DAC541-7B7A-43D3-8B79-37D633B846F1}">
                <asvg:svgBlip xmlns:asvg="http://schemas.microsoft.com/office/drawing/2016/SVG/main" r:embed="R6bec443a319e46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5355431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C48F1B3C-0FDC-475A-A61F-D0EF18FE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774531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74C6069E-7FF7-404F-B2BF-F9C9D203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326856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미리보기 확인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51213098-EC56-4AFC-BA7B-B5D93352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736431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Markdown / Preview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BA4072-5168-4E71-84D9-3A39C857E6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33d4daf8c4528">
            <a:extLst>
              <a:ext uri="{96DAC541-7B7A-43D3-8B79-37D633B846F1}">
                <asvg:svgBlip xmlns:asvg="http://schemas.microsoft.com/office/drawing/2016/SVG/main" r:embed="R0016c4e739d847c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62484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A0E31688-1E61-40D0-B1A6-3A280C03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667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5" name="text-19">
            <a:extLst xmlns:a="http://schemas.openxmlformats.org/drawingml/2006/main">
              <a:ext uri="{FF2B5EF4-FFF2-40B4-BE49-F238E27FC236}">
                <a16:creationId xmlns:a16="http://schemas.microsoft.com/office/drawing/2014/main" id="{B04AD150-42D4-468A-B062-70CDEF83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2198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복사·저장 절차</a:t>
            </a:r>
          </a:p>
        </p:txBody>
      </p:sp>
      <p:sp>
        <p:nvSpPr>
          <p:cNvPr id="26" name="text-20">
            <a:extLst xmlns:a="http://schemas.openxmlformats.org/drawingml/2006/main">
              <a:ext uri="{FF2B5EF4-FFF2-40B4-BE49-F238E27FC236}">
                <a16:creationId xmlns:a16="http://schemas.microsoft.com/office/drawing/2014/main" id="{128E6A87-1A40-47D8-B20E-4F37ED74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629400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Copy MD / Download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.md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E0622F-E933-498B-AE6E-1BC15B07DB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0bbaf85374088"/>
          <a:srcRect xmlns:a="http://schemas.openxmlformats.org/drawingml/2006/main" l="18000" t="10000" r="2000" b="1000"/>
          <a:stretch xmlns:a="http://schemas.openxmlformats.org/drawingml/2006/main"/>
        </p:blipFill>
        <p:spPr>
          <a:xfrm xmlns:a="http://schemas.openxmlformats.org/drawingml/2006/main">
            <a:off x="6888215" y="2305050"/>
            <a:ext cx="5044970" cy="4324350"/>
          </a:xfrm>
          <a:prstGeom xmlns:a="http://schemas.openxmlformats.org/drawingml/2006/main" prst="rect">
            <a:avLst/>
          </a:prstGeom>
        </p:spPr>
      </p:pic>
      <p:sp>
        <p:nvSpPr>
          <p:cNvPr id="28" name="text-21">
            <a:extLst xmlns:a="http://schemas.openxmlformats.org/drawingml/2006/main">
              <a:ext uri="{FF2B5EF4-FFF2-40B4-BE49-F238E27FC236}">
                <a16:creationId xmlns:a16="http://schemas.microsoft.com/office/drawing/2014/main" id="{31209D56-851F-48B5-A99A-42025ED7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420824-BEE9-4F7C-B45C-69BD8B301C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cc413119c54541">
            <a:extLst>
              <a:ext uri="{96DAC541-7B7A-43D3-8B79-37D633B846F1}">
                <asvg:svgBlip xmlns:asvg="http://schemas.microsoft.com/office/drawing/2016/SVG/main" r:embed="Rf4018b78a10349f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30" name="text-22">
            <a:extLst xmlns:a="http://schemas.openxmlformats.org/drawingml/2006/main">
              <a:ext uri="{FF2B5EF4-FFF2-40B4-BE49-F238E27FC236}">
                <a16:creationId xmlns:a16="http://schemas.microsoft.com/office/drawing/2014/main" id="{D42282D2-9479-4F03-80E7-43305936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가독성 보정 전 캡처. 생성·Preview 확인 / 복사·저장 미확인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F4F162-418C-4C53-80FF-CC38F0F276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02344f1774624">
            <a:extLst>
              <a:ext uri="{96DAC541-7B7A-43D3-8B79-37D633B846F1}">
                <asvg:svgBlip xmlns:asvg="http://schemas.microsoft.com/office/drawing/2016/SVG/main" r:embed="R2d1056024d894c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2" name="text-23">
            <a:extLst xmlns:a="http://schemas.openxmlformats.org/drawingml/2006/main">
              <a:ext uri="{FF2B5EF4-FFF2-40B4-BE49-F238E27FC236}">
                <a16:creationId xmlns:a16="http://schemas.microsoft.com/office/drawing/2014/main" id="{FD2F3C61-5252-4754-88CB-E23118E5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생성과 Preview 표시를 확인했습니다.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Copy MD·Download .md의 완료 여부는 미검증입니다.</a:t>
            </a:r>
          </a:p>
        </p:txBody>
      </p:sp>
    </p:spTree>
    <p:extLst>
      <p:ext uri="{BB962C8B-B14F-4D97-AF65-F5344CB8AC3E}">
        <p14:creationId xmlns:p14="http://schemas.microsoft.com/office/powerpoint/2010/main" val="214103547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1">
            <a:extLst xmlns:a="http://schemas.openxmlformats.org/drawingml/2006/main">
              <a:ext uri="{FF2B5EF4-FFF2-40B4-BE49-F238E27FC236}">
                <a16:creationId xmlns:a16="http://schemas.microsoft.com/office/drawing/2014/main" id="{C70B0FA0-D30D-4EEE-96BB-1C34D6D4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DataNexus  /  05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B8CEF506-6A05-42CC-B7B1-FBCD76E3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36063-F166-406C-B9E6-80F120E2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2A34E7B-E06C-497B-A336-4ADCD24E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6F29C6D-8164-474D-8747-982CB75B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제조 연동 근거와 갱신 제어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9907280-A30D-457A-9491-16168935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Kafka·OEE 의존성과 원본 근거를 따로 확인합니다.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B9921-6D52-4AF1-A801-AFF23605E0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8f2d3d7e44f58">
            <a:extLst>
              <a:ext uri="{96DAC541-7B7A-43D3-8B79-37D633B846F1}">
                <asvg:svgBlip xmlns:asvg="http://schemas.microsoft.com/office/drawing/2016/SVG/main" r:embed="R195d72cdcbc349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2441E185-1653-4192-8A6F-35C303DB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C8FA3790-1592-49CE-B99A-B89E9844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제조 데이터 연동 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DA6C050E-AF3C-46A8-9EC1-073A0B91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Kafka · OEE API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이벤트 수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E86BC9-FA1E-4384-9BBE-9116E5682B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0c1ff235449b2">
            <a:extLst>
              <a:ext uri="{96DAC541-7B7A-43D3-8B79-37D633B846F1}">
                <asvg:svgBlip xmlns:asvg="http://schemas.microsoft.com/office/drawing/2016/SVG/main" r:embed="Ra22805e6ac4149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569494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C5D1AFBE-48C0-44CA-BCD4-B4FC36F6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988594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8D667B66-E96E-4C44-9B9F-FF5362CE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40919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계산 근거 읽기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A835DD2A-F5FA-455B-B8A2-2075DF9D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950494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OEE · A/P/Q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Coverage: N/A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434CD-6734-4168-9613-5A516F1CAA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d2da1e20e94621">
            <a:extLst>
              <a:ext uri="{96DAC541-7B7A-43D3-8B79-37D633B846F1}">
                <asvg:svgBlip xmlns:asvg="http://schemas.microsoft.com/office/drawing/2016/SVG/main" r:embed="Rab88faf9ec3b40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786313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ECBF1B6A-86C9-4BCD-8000-660321DF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205413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1F549FFF-FE6C-49B3-8F61-3BAFEA3E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757738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화면 자동 갱신 멈춤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E077893B-5F4A-4C66-B021-21AA7CDC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167313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자동 갱신 일시정지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2B7C80-304E-44CB-9957-A45B6A6B6A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7dd0e96c9422f">
            <a:extLst>
              <a:ext uri="{96DAC541-7B7A-43D3-8B79-37D633B846F1}">
                <asvg:svgBlip xmlns:asvg="http://schemas.microsoft.com/office/drawing/2016/SVG/main" r:embed="R8406b36592fc428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5679281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03093DE9-45A7-48D6-B01A-FF2E11CF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098381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533E5656-BD2A-4ECB-94DC-E0657DE8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650706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현재 스냅샷 재조회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F3CCC9AE-0E39-438C-9592-8C8AF2F1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060281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지금 새로고침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9C6287-E9CC-4997-A60E-C98C571A6F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ae9e22fd34dab">
            <a:extLst>
              <a:ext uri="{96DAC541-7B7A-43D3-8B79-37D633B846F1}">
                <asvg:svgBlip xmlns:asvg="http://schemas.microsoft.com/office/drawing/2016/SVG/main" r:embed="R2b859df7026746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65722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EC05C6BD-9734-4ACF-8FC7-01CAE0F1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9913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658A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5" name="text-19">
            <a:extLst xmlns:a="http://schemas.openxmlformats.org/drawingml/2006/main">
              <a:ext uri="{FF2B5EF4-FFF2-40B4-BE49-F238E27FC236}">
                <a16:creationId xmlns:a16="http://schemas.microsoft.com/office/drawing/2014/main" id="{28210580-3443-4933-A319-195D90C7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54367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화면 갱신 재개</a:t>
            </a:r>
          </a:p>
        </p:txBody>
      </p:sp>
      <p:sp>
        <p:nvSpPr>
          <p:cNvPr id="26" name="text-20">
            <a:extLst xmlns:a="http://schemas.openxmlformats.org/drawingml/2006/main">
              <a:ext uri="{FF2B5EF4-FFF2-40B4-BE49-F238E27FC236}">
                <a16:creationId xmlns:a16="http://schemas.microsoft.com/office/drawing/2014/main" id="{D2BEB7C1-9410-4633-8D8F-737A10EE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953250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자동 갱신 재개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654B06-0F24-4A1A-B2FA-1BA9CE3273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a26586f0e491b"/>
          <a:srcRect xmlns:a="http://schemas.openxmlformats.org/drawingml/2006/main" l="18000" t="10000" r="2000" b="29000"/>
          <a:stretch xmlns:a="http://schemas.openxmlformats.org/drawingml/2006/main"/>
        </p:blipFill>
        <p:spPr>
          <a:xfrm xmlns:a="http://schemas.openxmlformats.org/drawingml/2006/main">
            <a:off x="5731663" y="2305050"/>
            <a:ext cx="7358074" cy="4324350"/>
          </a:xfrm>
          <a:prstGeom xmlns:a="http://schemas.openxmlformats.org/drawingml/2006/main" prst="rect">
            <a:avLst/>
          </a:prstGeom>
        </p:spPr>
      </p:pic>
      <p:sp>
        <p:nvSpPr>
          <p:cNvPr id="28" name="text-21">
            <a:extLst xmlns:a="http://schemas.openxmlformats.org/drawingml/2006/main">
              <a:ext uri="{FF2B5EF4-FFF2-40B4-BE49-F238E27FC236}">
                <a16:creationId xmlns:a16="http://schemas.microsoft.com/office/drawing/2014/main" id="{C48FAC76-5162-453E-8C9F-781B094A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270699-29BF-4E87-9329-0B13DA433D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6bc5cf27a4628">
            <a:extLst>
              <a:ext uri="{96DAC541-7B7A-43D3-8B79-37D633B846F1}">
                <asvg:svgBlip xmlns:asvg="http://schemas.microsoft.com/office/drawing/2016/SVG/main" r:embed="R5bdfb2eadac8481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30" name="text-22">
            <a:extLst xmlns:a="http://schemas.openxmlformats.org/drawingml/2006/main">
              <a:ext uri="{FF2B5EF4-FFF2-40B4-BE49-F238E27FC236}">
                <a16:creationId xmlns:a16="http://schemas.microsoft.com/office/drawing/2014/main" id="{99414EBB-9790-4045-880D-77829014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화면 갱신은 Kafka/OEE 시작·재수집 명령이 아닙니다. 화면 확인 시각과 Source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time을 구분합니다.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4665E2-974B-4928-8190-51EB609777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79ffa45b948d3">
            <a:extLst>
              <a:ext uri="{96DAC541-7B7A-43D3-8B79-37D633B846F1}">
                <asvg:svgBlip xmlns:asvg="http://schemas.microsoft.com/office/drawing/2016/SVG/main" r:embed="Rffe6be3151ec41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2" name="text-23">
            <a:extLst xmlns:a="http://schemas.openxmlformats.org/drawingml/2006/main">
              <a:ext uri="{FF2B5EF4-FFF2-40B4-BE49-F238E27FC236}">
                <a16:creationId xmlns:a16="http://schemas.microsoft.com/office/drawing/2014/main" id="{24143BD9-0D33-4754-A980-683C751D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현재는 의존 서비스 미연결·계산 근거 없음입니다.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N/A는 수치 0%와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36289275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">
            <a:extLst xmlns:a="http://schemas.openxmlformats.org/drawingml/2006/main">
              <a:ext uri="{FF2B5EF4-FFF2-40B4-BE49-F238E27FC236}">
                <a16:creationId xmlns:a16="http://schemas.microsoft.com/office/drawing/2014/main" id="{77AFF5EE-88E1-4D43-8598-C572F793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06  Industrial Assistant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5F10D834-AA95-4C3A-9D65-3DF03C4C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83E04-F692-49B7-87D8-D0801384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A19A26E-D864-415E-91F8-765CFE9C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39436-4972-466C-8B69-B5FD5CDE7A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23c6df8d940df">
            <a:extLst>
              <a:ext uri="{96DAC541-7B7A-43D3-8B79-37D633B846F1}">
                <asvg:svgBlip xmlns:asvg="http://schemas.microsoft.com/office/drawing/2016/SVG/main" r:embed="Rcad2d734d56347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362075"/>
            <a:ext cx="1095375" cy="1095375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0DD82D1-0074-4251-9B3E-9B2A3BFB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5048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Industrial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Assistant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B0A89B28-C119-400E-9370-028A02F4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14825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질문과 읽기 전용 근거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4DBF5162-D85A-475D-B3DF-A529514F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149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7개 동작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F2D8D-BD85-4B98-81B6-DD7F367E57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789b0de6e462b"/>
          <a:srcRect xmlns:a="http://schemas.openxmlformats.org/drawingml/2006/main" l="19517" t="2170" r="1982" b="73714"/>
          <a:stretch xmlns:a="http://schemas.openxmlformats.org/drawingml/2006/main"/>
        </p:blipFill>
        <p:spPr>
          <a:xfrm xmlns:a="http://schemas.openxmlformats.org/drawingml/2006/main">
            <a:off x="6172200" y="2761004"/>
            <a:ext cx="8458200" cy="2002741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A70F58-BCE5-410E-AD1C-08C4CD126C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d7ad9a5ba84983">
            <a:extLst>
              <a:ext uri="{96DAC541-7B7A-43D3-8B79-37D633B846F1}">
                <asvg:svgBlip xmlns:asvg="http://schemas.microsoft.com/office/drawing/2016/SVG/main" r:embed="R45fc18c4143a4b1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6819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1" name="text-7">
            <a:extLst xmlns:a="http://schemas.openxmlformats.org/drawingml/2006/main">
              <a:ext uri="{FF2B5EF4-FFF2-40B4-BE49-F238E27FC236}">
                <a16:creationId xmlns:a16="http://schemas.microsoft.com/office/drawing/2014/main" id="{286237FC-1D21-4CA9-9FA8-597B1E49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6791325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비서 접속과 조회 범위 확인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D3F79-2A7A-400D-A8F5-206BC597E3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b415f3bde1426e">
            <a:extLst>
              <a:ext uri="{96DAC541-7B7A-43D3-8B79-37D633B846F1}">
                <asvg:svgBlip xmlns:asvg="http://schemas.microsoft.com/office/drawing/2016/SVG/main" r:embed="Rdf6b8ac3b8d043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67350" y="6819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3" name="text-8">
            <a:extLst xmlns:a="http://schemas.openxmlformats.org/drawingml/2006/main">
              <a:ext uri="{FF2B5EF4-FFF2-40B4-BE49-F238E27FC236}">
                <a16:creationId xmlns:a16="http://schemas.microsoft.com/office/drawing/2014/main" id="{4F117049-C154-4414-97BF-FAC46FA6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6791325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예시 질문을 확인하고 보내기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49343-224E-44FA-B6B7-A08E81E232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64b91927a46f3">
            <a:extLst>
              <a:ext uri="{96DAC541-7B7A-43D3-8B79-37D633B846F1}">
                <asvg:svgBlip xmlns:asvg="http://schemas.microsoft.com/office/drawing/2016/SVG/main" r:embed="R83a543346f2b43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29850" y="6819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5" name="text-9">
            <a:extLst xmlns:a="http://schemas.openxmlformats.org/drawingml/2006/main">
              <a:ext uri="{FF2B5EF4-FFF2-40B4-BE49-F238E27FC236}">
                <a16:creationId xmlns:a16="http://schemas.microsoft.com/office/drawing/2014/main" id="{7D1DF5CF-7CD9-4D7B-8691-AF635F04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791325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선택 설비의 PLC 상태 조회</a:t>
            </a:r>
          </a:p>
        </p:txBody>
      </p:sp>
      <p:sp>
        <p:nvSpPr>
          <p:cNvPr id="16" name="text-10">
            <a:extLst xmlns:a="http://schemas.openxmlformats.org/drawingml/2006/main">
              <a:ext uri="{FF2B5EF4-FFF2-40B4-BE49-F238E27FC236}">
                <a16:creationId xmlns:a16="http://schemas.microsoft.com/office/drawing/2014/main" id="{857B9DE7-466F-4490-B726-79FBFA8F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43825"/>
            <a:ext cx="1381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D8270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672a1ca8c9b143b5"/>
              </a:rPr>
              <a:t>http://127.0.0.1:5187/chat-test/</a:t>
            </a:r>
          </a:p>
        </p:txBody>
      </p:sp>
    </p:spTree>
    <p:extLst>
      <p:ext uri="{BB962C8B-B14F-4D97-AF65-F5344CB8AC3E}">
        <p14:creationId xmlns:p14="http://schemas.microsoft.com/office/powerpoint/2010/main" val="139149988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1">
            <a:extLst xmlns:a="http://schemas.openxmlformats.org/drawingml/2006/main">
              <a:ext uri="{FF2B5EF4-FFF2-40B4-BE49-F238E27FC236}">
                <a16:creationId xmlns:a16="http://schemas.microsoft.com/office/drawing/2014/main" id="{428CBDC7-7879-4E91-AC48-02DA93B8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Industrial Assistant  /  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81B567EA-DC06-4A44-ABF8-9C6C94CF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8D2F5-C6C3-4B94-9CD4-B7F5E0B0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9820406-6F04-4CB2-8FAB-9504F616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6210E0C-1877-41A9-B180-DA4C8FE7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비서 접속과 조회 범위 확인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5697B41-1EF0-4C6B-A229-5BE7EFCE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역할·자산·소스를 정한 뒤 로컬 Host를 확인합니다.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E1D003-9E1E-4154-8360-12B97C7A07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85296a87d4e90">
            <a:extLst>
              <a:ext uri="{96DAC541-7B7A-43D3-8B79-37D633B846F1}">
                <asvg:svgBlip xmlns:asvg="http://schemas.microsoft.com/office/drawing/2016/SVG/main" r:embed="R32a83316d40f41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AD38E5F9-C2EC-469D-9D32-E64C1A37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B8B0551A-BAD4-49C0-B59F-C5950907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현재 실행 키 입력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BA030768-76E1-4AF5-B25F-C4EAE7FA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Client key: 현재 터미널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키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19C754-B835-4368-AE40-DE81556C3C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12c8214f24c4b">
            <a:extLst>
              <a:ext uri="{96DAC541-7B7A-43D3-8B79-37D633B846F1}">
                <asvg:svgBlip xmlns:asvg="http://schemas.microsoft.com/office/drawing/2016/SVG/main" r:embed="Reffa5a9a70ef4db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629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5A4A194D-CC3F-43A3-89A1-C9F983E0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48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F72462ED-51CA-437F-91FA-9A5C8E6B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0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역할과 자산 지정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CA66CCDA-58A7-4929-BCD9-ECE9B20F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100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통합 비서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machine-03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AE2E23-DE12-48FE-9E5C-265F8FF860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4aa1885624441">
            <a:extLst>
              <a:ext uri="{96DAC541-7B7A-43D3-8B79-37D633B846F1}">
                <asvg:svgBlip xmlns:asvg="http://schemas.microsoft.com/office/drawing/2016/SVG/main" r:embed="R222ce837e0374ae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905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04742FA9-E535-4D8F-8646-17D7C812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3244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4A60A103-3A6F-449D-A233-F63AD2C0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8768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소스 설정 확인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3EF9C25F-B5E6-4EA7-BF38-1896CF98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2863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PLC_Simulation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TwinForge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7F2602-5D76-4B23-ACB2-A26A27EF89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6a1b3516f416b">
            <a:extLst>
              <a:ext uri="{96DAC541-7B7A-43D3-8B79-37D633B846F1}">
                <asvg:svgBlip xmlns:asvg="http://schemas.microsoft.com/office/drawing/2016/SVG/main" r:embed="R6f1d8ac1109c40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61817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9F119789-ACAB-48D8-9713-85E1E339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6008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C5D57EA4-62F4-4A3B-B0C4-0A8360D3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1531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Host 응답 확인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98B5FDA8-2DC6-451C-BA54-888AA5E6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5627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Host 확인 → HTTP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시각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9CF7D4-732B-486D-BA54-EC287A3671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543d94fe3455a"/>
          <a:srcRect xmlns:a="http://schemas.openxmlformats.org/drawingml/2006/main" l="19517" t="2170" r="1982" b="73714"/>
          <a:stretch xmlns:a="http://schemas.openxmlformats.org/drawingml/2006/main"/>
        </p:blipFill>
        <p:spPr>
          <a:xfrm xmlns:a="http://schemas.openxmlformats.org/drawingml/2006/main">
            <a:off x="4191000" y="2497874"/>
            <a:ext cx="10439400" cy="2471852"/>
          </a:xfrm>
          <a:prstGeom xmlns:a="http://schemas.openxmlformats.org/drawingml/2006/main" prst="rect">
            <a:avLst/>
          </a:prstGeom>
        </p:spPr>
      </p:pic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A9F7E0-3F27-41BB-92BB-848666107E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ab01feedd4e78"/>
          <a:stretch xmlns:a="http://schemas.openxmlformats.org/drawingml/2006/main"/>
        </p:blipFill>
        <p:spPr>
          <a:xfrm xmlns:a="http://schemas.openxmlformats.org/drawingml/2006/main">
            <a:off x="4191000" y="5273345"/>
            <a:ext cx="1714500" cy="1321461"/>
          </a:xfrm>
          <a:prstGeom xmlns:a="http://schemas.openxmlformats.org/drawingml/2006/main" prst="rect">
            <a:avLst/>
          </a:prstGeom>
        </p:spPr>
      </p:pic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3BCFCF-1C06-4CA2-ACC3-F3789D1744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7df2152264a50">
            <a:extLst>
              <a:ext uri="{96DAC541-7B7A-43D3-8B79-37D633B846F1}">
                <asvg:svgBlip xmlns:asvg="http://schemas.microsoft.com/office/drawing/2016/SVG/main" r:embed="R249e5400584240d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10300" y="5581650"/>
            <a:ext cx="333375" cy="333375"/>
          </a:xfrm>
          <a:prstGeom xmlns:a="http://schemas.openxmlformats.org/drawingml/2006/main" prst="rect">
            <a:avLst/>
          </a:prstGeom>
        </p:spPr>
      </p:pic>
      <p:sp>
        <p:nvSpPr>
          <p:cNvPr id="26" name="text-18">
            <a:extLst xmlns:a="http://schemas.openxmlformats.org/drawingml/2006/main">
              <a:ext uri="{FF2B5EF4-FFF2-40B4-BE49-F238E27FC236}">
                <a16:creationId xmlns:a16="http://schemas.microsoft.com/office/drawing/2014/main" id="{053C689D-0A76-42B9-A5C5-6274F3F6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81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전체 화면</a:t>
            </a:r>
          </a:p>
        </p:txBody>
      </p:sp>
      <p:sp>
        <p:nvSpPr>
          <p:cNvPr id="27" name="text-19">
            <a:extLst xmlns:a="http://schemas.openxmlformats.org/drawingml/2006/main">
              <a:ext uri="{FF2B5EF4-FFF2-40B4-BE49-F238E27FC236}">
                <a16:creationId xmlns:a16="http://schemas.microsoft.com/office/drawing/2014/main" id="{994B7EAD-8370-4F80-8251-BD07D561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0A816B-10A6-4BB5-999E-FDEEE2D5E2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b1d93663d48f4">
            <a:extLst>
              <a:ext uri="{96DAC541-7B7A-43D3-8B79-37D633B846F1}">
                <asvg:svgBlip xmlns:asvg="http://schemas.microsoft.com/office/drawing/2016/SVG/main" r:embed="Rf81af8f29d1a4c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9" name="text-20">
            <a:extLst xmlns:a="http://schemas.openxmlformats.org/drawingml/2006/main">
              <a:ext uri="{FF2B5EF4-FFF2-40B4-BE49-F238E27FC236}">
                <a16:creationId xmlns:a16="http://schemas.microsoft.com/office/drawing/2014/main" id="{23A43AB9-D8D9-443A-90D9-E7F6E2FE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401이면 현재 실행의 Client key를 확인합니다. 키는 문서나 공유 자료에 넣지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않습니다.</a:t>
            </a: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D96195-C6D7-4057-8885-22D935A3B2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dffe16eb3e4a52">
            <a:extLst>
              <a:ext uri="{96DAC541-7B7A-43D3-8B79-37D633B846F1}">
                <asvg:svgBlip xmlns:asvg="http://schemas.microsoft.com/office/drawing/2016/SVG/main" r:embed="R81472816fd2348b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1" name="text-21">
            <a:extLst xmlns:a="http://schemas.openxmlformats.org/drawingml/2006/main">
              <a:ext uri="{FF2B5EF4-FFF2-40B4-BE49-F238E27FC236}">
                <a16:creationId xmlns:a16="http://schemas.microsoft.com/office/drawing/2014/main" id="{DAE98FEE-F950-4A17-AFDF-B0B0B990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Host 응답 시각과 HTTP 코드가 표시됩니다.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소스 선언과 개별 조회 성공은 별개입니다.</a:t>
            </a:r>
          </a:p>
        </p:txBody>
      </p:sp>
    </p:spTree>
    <p:extLst>
      <p:ext uri="{BB962C8B-B14F-4D97-AF65-F5344CB8AC3E}">
        <p14:creationId xmlns:p14="http://schemas.microsoft.com/office/powerpoint/2010/main" val="34867165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1">
            <a:extLst xmlns:a="http://schemas.openxmlformats.org/drawingml/2006/main">
              <a:ext uri="{FF2B5EF4-FFF2-40B4-BE49-F238E27FC236}">
                <a16:creationId xmlns:a16="http://schemas.microsoft.com/office/drawing/2014/main" id="{B4041D31-833B-489D-B103-4465C764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Industrial Assistant  /  02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FEB5D652-1260-475C-8355-688488F6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86E4F-23E4-470B-8741-0C3CE028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E4E569B-3FBF-48DF-8206-83AB46BF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080F688-7FE2-457C-9FD3-1984B5E0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예시 질문을 확인하고 보내기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65CBB98-FD6D-4519-8CCD-2DB9E2CB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조회할 질문을 선택하고 입력 내용을 확인합니다.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B0517-08AD-47AF-B47E-AF523B93E6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aee69e7aa4cce">
            <a:extLst>
              <a:ext uri="{96DAC541-7B7A-43D3-8B79-37D633B846F1}">
                <asvg:svgBlip xmlns:asvg="http://schemas.microsoft.com/office/drawing/2016/SVG/main" r:embed="R7ef7e67c0fb144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B74FD556-8387-40B2-914E-E3991DCC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6CA017B4-9765-480D-BDF7-96F1047A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현재 상태 예시 선택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E849C7BC-5B1F-4CEB-AA37-83E273B1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현재 선택한 설비 상태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어때?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E15B1-8B03-48FF-92C6-0BA39E7251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68d1f7214a4b57">
            <a:extLst>
              <a:ext uri="{96DAC541-7B7A-43D3-8B79-37D633B846F1}">
                <asvg:svgBlip xmlns:asvg="http://schemas.microsoft.com/office/drawing/2016/SVG/main" r:embed="Ra05807e6d6f945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629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FC191860-5073-438A-986B-76BA125F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48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4C341A19-6D6B-4610-94A3-A4490DD1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0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질문과 글자 수 확인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FB82D1BE-7C89-4EB1-B79E-D9CB10DB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100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질문 확인 · 2,000자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이내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B2368A-6738-4E45-A5E6-D0D9485F83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d490d9a3f4f7a">
            <a:extLst>
              <a:ext uri="{96DAC541-7B7A-43D3-8B79-37D633B846F1}">
                <asvg:svgBlip xmlns:asvg="http://schemas.microsoft.com/office/drawing/2016/SVG/main" r:embed="R7a28ca7bb8264c9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905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AF18D4F1-C046-41E9-A3FA-CC5BE128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3244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05589F3A-351A-4246-B773-0F348965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8768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질문 전송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6410DCCD-8C7B-4FED-B1CF-C8AF1260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2863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Enter 또는 보내기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9A99BF-DC0F-4812-85F0-016D67C191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e2347bb4b47b8"/>
          <a:srcRect xmlns:a="http://schemas.openxmlformats.org/drawingml/2006/main" l="19517" t="27090" r="1982" b="31109"/>
          <a:stretch xmlns:a="http://schemas.openxmlformats.org/drawingml/2006/main"/>
        </p:blipFill>
        <p:spPr>
          <a:xfrm xmlns:a="http://schemas.openxmlformats.org/drawingml/2006/main">
            <a:off x="4191000" y="2324957"/>
            <a:ext cx="10439400" cy="4284537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A3727B81-F3DD-473E-ABB8-37928609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C329E4-9C94-48C7-8A69-C0E72E6018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1ab6bf168f4790">
            <a:extLst>
              <a:ext uri="{96DAC541-7B7A-43D3-8B79-37D633B846F1}">
                <asvg:svgBlip xmlns:asvg="http://schemas.microsoft.com/office/drawing/2016/SVG/main" r:embed="R1e2fe3b36ef34b8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2" name="text-16">
            <a:extLst xmlns:a="http://schemas.openxmlformats.org/drawingml/2006/main">
              <a:ext uri="{FF2B5EF4-FFF2-40B4-BE49-F238E27FC236}">
                <a16:creationId xmlns:a16="http://schemas.microsoft.com/office/drawing/2014/main" id="{6090B20D-9C85-401E-A4C2-F1CD4D7D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한글 조합 중 Enter는 조합을 먼저 마칩니다. 이 실습은 설비 상태 조회입니다.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48041E-463A-40ED-B906-0A1CAFC1FA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277d591d204d49">
            <a:extLst>
              <a:ext uri="{96DAC541-7B7A-43D3-8B79-37D633B846F1}">
                <asvg:svgBlip xmlns:asvg="http://schemas.microsoft.com/office/drawing/2016/SVG/main" r:embed="R0a9e842f8297443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4" name="text-17">
            <a:extLst xmlns:a="http://schemas.openxmlformats.org/drawingml/2006/main">
              <a:ext uri="{FF2B5EF4-FFF2-40B4-BE49-F238E27FC236}">
                <a16:creationId xmlns:a16="http://schemas.microsoft.com/office/drawing/2014/main" id="{1B7270B4-75E7-4414-A077-EE6ADB96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예시 질문과 글자 수가 함께 갱신됩니다.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줄바꿈은 Shift+Enter를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157881502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1">
            <a:extLst xmlns:a="http://schemas.openxmlformats.org/drawingml/2006/main">
              <a:ext uri="{FF2B5EF4-FFF2-40B4-BE49-F238E27FC236}">
                <a16:creationId xmlns:a16="http://schemas.microsoft.com/office/drawing/2014/main" id="{832233A1-77F5-4723-8AF3-B3E5C9AF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Industrial Assistant  /  03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6E0A21E6-36DD-4C29-BF7F-768FAEE0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0DD75-F03E-4E84-81DB-AF81AEDA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EC715FD-4002-4972-B4E4-5310B5A9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8583C7E-CACE-4FAA-A96D-F1836D03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선택 설비의 PLC 상태 조회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D7BE125-F411-4994-A5A5-AB8BEDFC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PLC HTTP 소스로부터 조회한 답변을 읽습니다.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54068-A6D8-455B-95C2-E244BBBB5A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22b150a954221">
            <a:extLst>
              <a:ext uri="{96DAC541-7B7A-43D3-8B79-37D633B846F1}">
                <asvg:svgBlip xmlns:asvg="http://schemas.microsoft.com/office/drawing/2016/SVG/main" r:embed="R784bf0ac747d4a2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85991095-FC9D-402F-B640-97D23E55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C5C1A585-2C4F-43CE-B4E8-182EF6EF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PLC 실행 확인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EBA49556-2FEC-40DC-98E3-5BAEF6C1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로컬 PLC Simulation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실행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8625C-B28E-49D0-A5F4-2E8CAE7C39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2ea56891be46e2">
            <a:extLst>
              <a:ext uri="{96DAC541-7B7A-43D3-8B79-37D633B846F1}">
                <asvg:svgBlip xmlns:asvg="http://schemas.microsoft.com/office/drawing/2016/SVG/main" r:embed="R4f44c57cac054d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629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FF56089B-8D32-4194-AD4F-6B0A524B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48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860AF68A-DB75-4FB8-93CD-333B705E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0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현재 상태 질문 전송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E6372838-AF48-4633-9C8D-BC8A6225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100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현재 상태 질문 →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보내기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C90F7D-FF5A-4FED-84BB-0333035CF2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2c9f28ad442f5">
            <a:extLst>
              <a:ext uri="{96DAC541-7B7A-43D3-8B79-37D633B846F1}">
                <asvg:svgBlip xmlns:asvg="http://schemas.microsoft.com/office/drawing/2016/SVG/main" r:embed="Ra6b01604976e462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905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FFC9867C-F38E-4833-892E-59DB9582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3244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FC1E598F-BFFF-481D-AC96-A6B868BF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8768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응답 완료 대기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3D1FCB00-4A50-4A02-A07F-1E9F6471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2863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역할 · 자산 · 키 변경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9C0ABE-A8A8-446D-B1D8-23F02C2E3D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d1471d98b4ab8">
            <a:extLst>
              <a:ext uri="{96DAC541-7B7A-43D3-8B79-37D633B846F1}">
                <asvg:svgBlip xmlns:asvg="http://schemas.microsoft.com/office/drawing/2016/SVG/main" r:embed="R3af98a582d6546f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61817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0AD27756-7AA1-42F2-A262-3B15A3EF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6008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16F85918-3C88-4E07-844C-E68CB46D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1531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답변과 오류 확인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896C78D0-7F23-4487-9B53-52A23CF6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5627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상태 답변 또는 조회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오류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04A3EF-2691-477C-9566-9A39EED6FE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30bfbe421472e"/>
          <a:srcRect xmlns:a="http://schemas.openxmlformats.org/drawingml/2006/main" l="19517" t="34325" r="1982" b="42604"/>
          <a:stretch xmlns:a="http://schemas.openxmlformats.org/drawingml/2006/main"/>
        </p:blipFill>
        <p:spPr>
          <a:xfrm xmlns:a="http://schemas.openxmlformats.org/drawingml/2006/main">
            <a:off x="4191000" y="2551429"/>
            <a:ext cx="10439400" cy="2364741"/>
          </a:xfrm>
          <a:prstGeom xmlns:a="http://schemas.openxmlformats.org/drawingml/2006/main" prst="rect">
            <a:avLst/>
          </a:prstGeom>
        </p:spPr>
      </p:pic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BC095D-E46E-4907-8A42-047438B23A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ac5d21271401d"/>
          <a:stretch xmlns:a="http://schemas.openxmlformats.org/drawingml/2006/main"/>
        </p:blipFill>
        <p:spPr>
          <a:xfrm xmlns:a="http://schemas.openxmlformats.org/drawingml/2006/main">
            <a:off x="4191000" y="5273345"/>
            <a:ext cx="1714500" cy="1321461"/>
          </a:xfrm>
          <a:prstGeom xmlns:a="http://schemas.openxmlformats.org/drawingml/2006/main" prst="rect">
            <a:avLst/>
          </a:prstGeom>
        </p:spPr>
      </p:pic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7E6DE2-FBA0-447C-91F4-69362B7211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27e26795774601">
            <a:extLst>
              <a:ext uri="{96DAC541-7B7A-43D3-8B79-37D633B846F1}">
                <asvg:svgBlip xmlns:asvg="http://schemas.microsoft.com/office/drawing/2016/SVG/main" r:embed="Rf0ae35e3f46c4b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10300" y="5581650"/>
            <a:ext cx="333375" cy="333375"/>
          </a:xfrm>
          <a:prstGeom xmlns:a="http://schemas.openxmlformats.org/drawingml/2006/main" prst="rect">
            <a:avLst/>
          </a:prstGeom>
        </p:spPr>
      </p:pic>
      <p:sp>
        <p:nvSpPr>
          <p:cNvPr id="26" name="text-18">
            <a:extLst xmlns:a="http://schemas.openxmlformats.org/drawingml/2006/main">
              <a:ext uri="{FF2B5EF4-FFF2-40B4-BE49-F238E27FC236}">
                <a16:creationId xmlns:a16="http://schemas.microsoft.com/office/drawing/2014/main" id="{D959785B-4D3C-4654-AB93-0B515111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81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전체 화면</a:t>
            </a:r>
          </a:p>
        </p:txBody>
      </p:sp>
      <p:sp>
        <p:nvSpPr>
          <p:cNvPr id="27" name="text-19">
            <a:extLst xmlns:a="http://schemas.openxmlformats.org/drawingml/2006/main">
              <a:ext uri="{FF2B5EF4-FFF2-40B4-BE49-F238E27FC236}">
                <a16:creationId xmlns:a16="http://schemas.microsoft.com/office/drawing/2014/main" id="{F0549383-3AEB-4738-8787-8733A286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2EA447-60AF-4AB8-A295-DBC441334F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be34083b34f0e">
            <a:extLst>
              <a:ext uri="{96DAC541-7B7A-43D3-8B79-37D633B846F1}">
                <asvg:svgBlip xmlns:asvg="http://schemas.microsoft.com/office/drawing/2016/SVG/main" r:embed="R2800ab286db54e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9" name="text-20">
            <a:extLst xmlns:a="http://schemas.openxmlformats.org/drawingml/2006/main">
              <a:ext uri="{FF2B5EF4-FFF2-40B4-BE49-F238E27FC236}">
                <a16:creationId xmlns:a16="http://schemas.microsoft.com/office/drawing/2014/main" id="{E33FF95F-01A8-460A-B343-D3FD2F11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SOURCE_UNAVAILABLE은 소스 연결, ASSET_NOT_MAPPED는 선택 자산의 매핑을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12B926-8566-4F08-B20C-B7B2145CB9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d5ae6e6c7b4883">
            <a:extLst>
              <a:ext uri="{96DAC541-7B7A-43D3-8B79-37D633B846F1}">
                <asvg:svgBlip xmlns:asvg="http://schemas.microsoft.com/office/drawing/2016/SVG/main" r:embed="R0d65cfc0cc40412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1" name="text-21">
            <a:extLst xmlns:a="http://schemas.openxmlformats.org/drawingml/2006/main">
              <a:ext uri="{FF2B5EF4-FFF2-40B4-BE49-F238E27FC236}">
                <a16:creationId xmlns:a16="http://schemas.microsoft.com/office/drawing/2014/main" id="{8B0A1165-FFE3-4E86-9727-3AF527BD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PLC HTTP 소스의 조회 결과를 표시합니다.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이 판의 문장 생성 방식은 Fake입니다.</a:t>
            </a:r>
          </a:p>
        </p:txBody>
      </p:sp>
    </p:spTree>
    <p:extLst>
      <p:ext uri="{BB962C8B-B14F-4D97-AF65-F5344CB8AC3E}">
        <p14:creationId xmlns:p14="http://schemas.microsoft.com/office/powerpoint/2010/main" val="123423258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">
            <a:extLst xmlns:a="http://schemas.openxmlformats.org/drawingml/2006/main">
              <a:ext uri="{FF2B5EF4-FFF2-40B4-BE49-F238E27FC236}">
                <a16:creationId xmlns:a16="http://schemas.microsoft.com/office/drawing/2014/main" id="{86A15DA3-73CA-4489-8A71-29C01020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Industrial Assistant  /  04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D4710B9D-58AA-4D79-BA97-815A0918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CB240-0FF2-4005-AD2E-764CDE40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0A4EA81-9671-4CB6-B287-B70980D8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C5064BD-5E55-4A2C-923E-4277567A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답변의 출처·품질 검토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3BE2672-AFDA-4E01-8AA5-47D98BD9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답변의 원본 시각과 생성 방식을 함께 확인합니다.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3BEBC3-99CA-4C38-BA89-358782359C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c191cbc5f48a3">
            <a:extLst>
              <a:ext uri="{96DAC541-7B7A-43D3-8B79-37D633B846F1}">
                <asvg:svgBlip xmlns:asvg="http://schemas.microsoft.com/office/drawing/2016/SVG/main" r:embed="Re80f8a2123004c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9873AC58-AE4A-4624-AED4-D4896A1E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B5CE6FE9-ECEA-47B5-A4F5-9B0BDBF7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근거 영역 펼치기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A1C347AC-958B-4C29-B37A-6BD20DC8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출처  ·  품질  ·  생성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방식 확인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80E08-0683-4F07-A7B1-CBE370F3B4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ba17310384523">
            <a:extLst>
              <a:ext uri="{96DAC541-7B7A-43D3-8B79-37D633B846F1}">
                <asvg:svgBlip xmlns:asvg="http://schemas.microsoft.com/office/drawing/2016/SVG/main" r:embed="Rb6d2d7dce49e40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629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11B85748-F185-4DAD-A34C-7910A6F8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48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743CF28C-1EA5-4690-AAB4-C2B912B4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0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출처와 인용 확인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127A207F-F9A0-416A-8796-02E67C7B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100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소유자 · 인용 · 생성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방식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4A6249-57C4-4F29-BB67-27667529B1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4e883cda844ae">
            <a:extLst>
              <a:ext uri="{96DAC541-7B7A-43D3-8B79-37D633B846F1}">
                <asvg:svgBlip xmlns:asvg="http://schemas.microsoft.com/office/drawing/2016/SVG/main" r:embed="R2d6761ed31d247c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905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0140FE3E-211D-4310-88E2-C8CD5174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3244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1A47A07A-7A71-432E-948C-D9CD0787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8768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품질과 시각 대조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F39DD430-B337-483B-BC0C-BD68406A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2863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Good · 최신 원본 시각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96E30A-4A24-4804-B7F4-2875A67F44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c833fe434461c"/>
          <a:srcRect xmlns:a="http://schemas.openxmlformats.org/drawingml/2006/main" l="19517" t="37460" r="1982" b="38907"/>
          <a:stretch xmlns:a="http://schemas.openxmlformats.org/drawingml/2006/main"/>
        </p:blipFill>
        <p:spPr>
          <a:xfrm xmlns:a="http://schemas.openxmlformats.org/drawingml/2006/main">
            <a:off x="4191000" y="2522627"/>
            <a:ext cx="10439400" cy="2422345"/>
          </a:xfrm>
          <a:prstGeom xmlns:a="http://schemas.openxmlformats.org/drawingml/2006/main" prst="rect">
            <a:avLst/>
          </a:prstGeom>
        </p:spPr>
      </p:pic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9D8ED1-412B-4431-8814-8D80EB6D03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2575bfafd94274"/>
          <a:stretch xmlns:a="http://schemas.openxmlformats.org/drawingml/2006/main"/>
        </p:blipFill>
        <p:spPr>
          <a:xfrm xmlns:a="http://schemas.openxmlformats.org/drawingml/2006/main">
            <a:off x="4191000" y="5273345"/>
            <a:ext cx="1714500" cy="1321461"/>
          </a:xfrm>
          <a:prstGeom xmlns:a="http://schemas.openxmlformats.org/drawingml/2006/main" prst="rect">
            <a:avLst/>
          </a:prstGeom>
        </p:spPr>
      </p:pic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E79310-CF28-4F9D-A8A9-E6F15277F4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ca61da1e342db">
            <a:extLst>
              <a:ext uri="{96DAC541-7B7A-43D3-8B79-37D633B846F1}">
                <asvg:svgBlip xmlns:asvg="http://schemas.microsoft.com/office/drawing/2016/SVG/main" r:embed="R30dfbe61299a4f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10300" y="5581650"/>
            <a:ext cx="333375" cy="333375"/>
          </a:xfrm>
          <a:prstGeom xmlns:a="http://schemas.openxmlformats.org/drawingml/2006/main" prst="rect">
            <a:avLst/>
          </a:prstGeom>
        </p:spPr>
      </p:pic>
      <p:sp>
        <p:nvSpPr>
          <p:cNvPr id="22" name="text-15">
            <a:extLst xmlns:a="http://schemas.openxmlformats.org/drawingml/2006/main">
              <a:ext uri="{FF2B5EF4-FFF2-40B4-BE49-F238E27FC236}">
                <a16:creationId xmlns:a16="http://schemas.microsoft.com/office/drawing/2014/main" id="{D3CB82D9-ABB7-423D-871E-76ACF75D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81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전체 화면</a:t>
            </a:r>
          </a:p>
        </p:txBody>
      </p:sp>
      <p:sp>
        <p:nvSpPr>
          <p:cNvPr id="23" name="text-16">
            <a:extLst xmlns:a="http://schemas.openxmlformats.org/drawingml/2006/main">
              <a:ext uri="{FF2B5EF4-FFF2-40B4-BE49-F238E27FC236}">
                <a16:creationId xmlns:a16="http://schemas.microsoft.com/office/drawing/2014/main" id="{FA363B02-85C6-49A0-92DE-84B531B4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3A31FE-E8B8-483A-ABCC-B4A0060670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19dacd1b664074">
            <a:extLst>
              <a:ext uri="{96DAC541-7B7A-43D3-8B79-37D633B846F1}">
                <asvg:svgBlip xmlns:asvg="http://schemas.microsoft.com/office/drawing/2016/SVG/main" r:embed="Ra0a3f610038440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5" name="text-17">
            <a:extLst xmlns:a="http://schemas.openxmlformats.org/drawingml/2006/main">
              <a:ext uri="{FF2B5EF4-FFF2-40B4-BE49-F238E27FC236}">
                <a16:creationId xmlns:a16="http://schemas.microsoft.com/office/drawing/2014/main" id="{6BF433C4-7840-4785-BCE7-F0DF3F0B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오래된 Good은 현재 값이 아닐 수 있습니다. Unknown·None·Unavailable은 사실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확인이 안 된 상태입니다.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30CC26-A2CA-4539-BCFC-B3AC1447BD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4e784160f4428">
            <a:extLst>
              <a:ext uri="{96DAC541-7B7A-43D3-8B79-37D633B846F1}">
                <asvg:svgBlip xmlns:asvg="http://schemas.microsoft.com/office/drawing/2016/SVG/main" r:embed="R4af544f43f15458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7" name="text-18">
            <a:extLst xmlns:a="http://schemas.openxmlformats.org/drawingml/2006/main">
              <a:ext uri="{FF2B5EF4-FFF2-40B4-BE49-F238E27FC236}">
                <a16:creationId xmlns:a16="http://schemas.microsoft.com/office/drawing/2014/main" id="{43F44F00-7650-4561-A32B-0386F1F7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PLC_Simulation 출처·원본 시각·품질을 봅니다.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Fake 생성 표시도 함께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6670649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">
            <a:extLst xmlns:a="http://schemas.openxmlformats.org/drawingml/2006/main">
              <a:ext uri="{FF2B5EF4-FFF2-40B4-BE49-F238E27FC236}">
                <a16:creationId xmlns:a16="http://schemas.microsoft.com/office/drawing/2014/main" id="{1A2D45EB-DEC0-4E9C-A479-011EB375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Industrial Assistant  /  05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17F1C41B-2630-4DF5-847A-0D0E3D70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C538C-AA39-4929-80C6-4138D5C2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418E675-F550-4E57-804D-E669EC4B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66C7673-37FD-470C-B728-A2724CB7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답변과 근거를 함께 복사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C800229-7A1D-414F-8CFA-627AC3F5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검토한 답변을 출처와 시각까지 보존합니다.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E1F87-ED09-4827-8475-A7B7364415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46bfa7b4d401d">
            <a:extLst>
              <a:ext uri="{96DAC541-7B7A-43D3-8B79-37D633B846F1}">
                <asvg:svgBlip xmlns:asvg="http://schemas.microsoft.com/office/drawing/2016/SVG/main" r:embed="Rd066d28ca8b34f5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CDC9E6C6-08BF-4F90-AE9C-2516B92F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67EFF295-62DD-432D-86BE-5CBE8181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답변 복사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24A1F26D-7FE1-4916-B8B9-209D2025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답변 복사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C9A39-6D3A-4D2B-930F-2D35B6A271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2977daaec42b9">
            <a:extLst>
              <a:ext uri="{96DAC541-7B7A-43D3-8B79-37D633B846F1}">
                <asvg:svgBlip xmlns:asvg="http://schemas.microsoft.com/office/drawing/2016/SVG/main" r:embed="R7aeff80f9f214fb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4F2A88C7-2C01-48EB-B25B-AE67996A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B43312EA-2302-423F-9F87-58DB7A51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복사됨 확인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EF36FF41-2258-4FBB-9B49-4C2F447C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버튼의 복사됨 표시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DE6BDA-704E-45E5-A518-03FE9675F1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d004c471041c9">
            <a:extLst>
              <a:ext uri="{96DAC541-7B7A-43D3-8B79-37D633B846F1}">
                <asvg:svgBlip xmlns:asvg="http://schemas.microsoft.com/office/drawing/2016/SVG/main" r:embed="R7743f72b76754c3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257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4E335C65-CAF1-4B3F-910C-3489F299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76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3A4AD5ED-6F54-4CC7-B7DD-16D94DF1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29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문서에 근거 보존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ABF6C434-9A61-4921-99C6-A3B4E73C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38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소스 · 관측 시각 유지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EF0FD-385A-4792-9F4F-44E5211B05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0a3de05294b81"/>
          <a:srcRect xmlns:a="http://schemas.openxmlformats.org/drawingml/2006/main" l="19517" t="37460" r="1982" b="38907"/>
          <a:stretch xmlns:a="http://schemas.openxmlformats.org/drawingml/2006/main"/>
        </p:blipFill>
        <p:spPr>
          <a:xfrm xmlns:a="http://schemas.openxmlformats.org/drawingml/2006/main">
            <a:off x="4191000" y="2522627"/>
            <a:ext cx="10439400" cy="2422345"/>
          </a:xfrm>
          <a:prstGeom xmlns:a="http://schemas.openxmlformats.org/drawingml/2006/main" prst="rect">
            <a:avLst/>
          </a:prstGeom>
        </p:spPr>
      </p:pic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C81219-F85C-498A-892F-3990ACEF76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c0681478f4f3a"/>
          <a:stretch xmlns:a="http://schemas.openxmlformats.org/drawingml/2006/main"/>
        </p:blipFill>
        <p:spPr>
          <a:xfrm xmlns:a="http://schemas.openxmlformats.org/drawingml/2006/main">
            <a:off x="4191000" y="5273345"/>
            <a:ext cx="1714500" cy="1321461"/>
          </a:xfrm>
          <a:prstGeom xmlns:a="http://schemas.openxmlformats.org/drawingml/2006/main" prst="rect">
            <a:avLst/>
          </a:prstGeom>
        </p:spPr>
      </p:pic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5E9C95-FDA4-4005-AB91-FDF3BB6D13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e9b7ec66fd4c5c">
            <a:extLst>
              <a:ext uri="{96DAC541-7B7A-43D3-8B79-37D633B846F1}">
                <asvg:svgBlip xmlns:asvg="http://schemas.microsoft.com/office/drawing/2016/SVG/main" r:embed="Ree5d9c37db084f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10300" y="5581650"/>
            <a:ext cx="333375" cy="333375"/>
          </a:xfrm>
          <a:prstGeom xmlns:a="http://schemas.openxmlformats.org/drawingml/2006/main" prst="rect">
            <a:avLst/>
          </a:prstGeom>
        </p:spPr>
      </p:pic>
      <p:sp>
        <p:nvSpPr>
          <p:cNvPr id="22" name="text-15">
            <a:extLst xmlns:a="http://schemas.openxmlformats.org/drawingml/2006/main">
              <a:ext uri="{FF2B5EF4-FFF2-40B4-BE49-F238E27FC236}">
                <a16:creationId xmlns:a16="http://schemas.microsoft.com/office/drawing/2014/main" id="{3B7E25B5-4486-4E6D-8020-AAA394C5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81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전체 화면</a:t>
            </a:r>
          </a:p>
        </p:txBody>
      </p:sp>
      <p:sp>
        <p:nvSpPr>
          <p:cNvPr id="23" name="text-16">
            <a:extLst xmlns:a="http://schemas.openxmlformats.org/drawingml/2006/main">
              <a:ext uri="{FF2B5EF4-FFF2-40B4-BE49-F238E27FC236}">
                <a16:creationId xmlns:a16="http://schemas.microsoft.com/office/drawing/2014/main" id="{F45CA6CA-E05C-4F12-B80A-1187DCD6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9E8126-DB55-4836-975C-244FAB8A00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5b7635185c4bf5">
            <a:extLst>
              <a:ext uri="{96DAC541-7B7A-43D3-8B79-37D633B846F1}">
                <asvg:svgBlip xmlns:asvg="http://schemas.microsoft.com/office/drawing/2016/SVG/main" r:embed="R93244d6b9be84a9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5" name="text-17">
            <a:extLst xmlns:a="http://schemas.openxmlformats.org/drawingml/2006/main">
              <a:ext uri="{FF2B5EF4-FFF2-40B4-BE49-F238E27FC236}">
                <a16:creationId xmlns:a16="http://schemas.microsoft.com/office/drawing/2014/main" id="{DDB08D87-7DBA-4271-9D38-9FB437D2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복사 실패가 표시되면 브라우저의 클립보드 접근 상태를 확인합니다.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09FEFD-0DA0-480F-B14B-0A2A6B5F42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b6321f2d04772">
            <a:extLst>
              <a:ext uri="{96DAC541-7B7A-43D3-8B79-37D633B846F1}">
                <asvg:svgBlip xmlns:asvg="http://schemas.microsoft.com/office/drawing/2016/SVG/main" r:embed="R3990f72c63b1428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7" name="text-18">
            <a:extLst xmlns:a="http://schemas.openxmlformats.org/drawingml/2006/main">
              <a:ext uri="{FF2B5EF4-FFF2-40B4-BE49-F238E27FC236}">
                <a16:creationId xmlns:a16="http://schemas.microsoft.com/office/drawing/2014/main" id="{A2628E5A-C794-4EBB-8C08-29DA9BD7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답변 본문과 근거 메타데이터를 복사합니다.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Client key는 포함하지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01857931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1">
            <a:extLst xmlns:a="http://schemas.openxmlformats.org/drawingml/2006/main">
              <a:ext uri="{FF2B5EF4-FFF2-40B4-BE49-F238E27FC236}">
                <a16:creationId xmlns:a16="http://schemas.microsoft.com/office/drawing/2014/main" id="{D771F5BE-9EA4-419F-A5E9-D22CB567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Industrial Assistant  /  06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708DA42C-D93F-4E77-8B9E-8D8D8B6B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11329-B37E-41A0-AF36-DF2F0716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486A4D6-0D72-46DA-8B15-970E9D66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3C41735-4E68-45F9-AE71-F6FB3F5C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대화를 Markdown으로 저장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4FD2CB2-1C52-47AF-8DCF-BA9F18B4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현재 질문·답변·근거를 파일로 보관합니다.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B7E5A-3E50-4855-8B9D-DB65EC322A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54a4f750345f0">
            <a:extLst>
              <a:ext uri="{96DAC541-7B7A-43D3-8B79-37D633B846F1}">
                <asvg:svgBlip xmlns:asvg="http://schemas.microsoft.com/office/drawing/2016/SVG/main" r:embed="Rfd21df49d78949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D4AB3A5A-EA92-4A81-9127-7718C36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2D1A0F32-CA1A-47A3-90FD-77FF314C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대화 내보내기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52C5225F-24EB-4801-A75D-21645A52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대화 내보내기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353C97-0BDC-4BEA-B3CB-9A7D8FFF9F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dd8d4bd3643b1">
            <a:extLst>
              <a:ext uri="{96DAC541-7B7A-43D3-8B79-37D633B846F1}">
                <asvg:svgBlip xmlns:asvg="http://schemas.microsoft.com/office/drawing/2016/SVG/main" r:embed="Rf85fbbe7c97f4b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255DB5B2-2DF3-4145-83FE-23716B48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29FFADE5-307D-45E0-BDA6-C135A98B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다운로드 파일 열기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903A49D9-CBD5-4042-BA50-2A625C8A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다운로드한 .md 파일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C94608-755A-4E9F-9276-05DD053162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56d2478ea4679">
            <a:extLst>
              <a:ext uri="{96DAC541-7B7A-43D3-8B79-37D633B846F1}">
                <asvg:svgBlip xmlns:asvg="http://schemas.microsoft.com/office/drawing/2016/SVG/main" r:embed="R08674c0a7da2452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257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CAD39252-9295-4BAD-BC4F-5ADF43F7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76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5D69A382-1E9C-433D-B878-857DEDEB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29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기록과 근거 확인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0471233C-E7B9-4A53-89BC-663FE36C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38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질문 · 답변 · UTC 시각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· 근거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7C5FB1-17E1-4694-9A7C-AE4F8CF9BA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e52be0c444ca5"/>
          <a:srcRect xmlns:a="http://schemas.openxmlformats.org/drawingml/2006/main" l="19517" t="27090" r="1982" b="38907"/>
          <a:stretch xmlns:a="http://schemas.openxmlformats.org/drawingml/2006/main"/>
        </p:blipFill>
        <p:spPr>
          <a:xfrm xmlns:a="http://schemas.openxmlformats.org/drawingml/2006/main">
            <a:off x="4191000" y="2724598"/>
            <a:ext cx="10439400" cy="3485254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0AB16796-98ED-4DE8-8F48-5D6E97B4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1E69E0-E516-470D-86FC-FB49C06598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cea18fee14e27">
            <a:extLst>
              <a:ext uri="{96DAC541-7B7A-43D3-8B79-37D633B846F1}">
                <asvg:svgBlip xmlns:asvg="http://schemas.microsoft.com/office/drawing/2016/SVG/main" r:embed="R08e48b4a46a640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2" name="text-16">
            <a:extLst xmlns:a="http://schemas.openxmlformats.org/drawingml/2006/main">
              <a:ext uri="{FF2B5EF4-FFF2-40B4-BE49-F238E27FC236}">
                <a16:creationId xmlns:a16="http://schemas.microsoft.com/office/drawing/2014/main" id="{AD64B04E-2D76-444D-A3BE-72827976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빈 대화에서는 비활성입니다. 파일이 없으면 브라우저 다운로드 알림과 차단 상태를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60C66-69D3-405C-8F43-B6AD63C2F0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a9bb25089442c">
            <a:extLst>
              <a:ext uri="{96DAC541-7B7A-43D3-8B79-37D633B846F1}">
                <asvg:svgBlip xmlns:asvg="http://schemas.microsoft.com/office/drawing/2016/SVG/main" r:embed="Re13559fc360c4b4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4" name="text-17">
            <a:extLst xmlns:a="http://schemas.openxmlformats.org/drawingml/2006/main">
              <a:ext uri="{FF2B5EF4-FFF2-40B4-BE49-F238E27FC236}">
                <a16:creationId xmlns:a16="http://schemas.microsoft.com/office/drawing/2014/main" id="{BB52D326-67A9-4E35-934F-A1AD7286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최대 100개 메시지를 Markdown으로 저장합니다.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키와 내부 세션 인증 정보는 제외합니다.</a:t>
            </a:r>
          </a:p>
        </p:txBody>
      </p:sp>
    </p:spTree>
    <p:extLst>
      <p:ext uri="{BB962C8B-B14F-4D97-AF65-F5344CB8AC3E}">
        <p14:creationId xmlns:p14="http://schemas.microsoft.com/office/powerpoint/2010/main" val="181346335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">
            <a:extLst xmlns:a="http://schemas.openxmlformats.org/drawingml/2006/main">
              <a:ext uri="{FF2B5EF4-FFF2-40B4-BE49-F238E27FC236}">
                <a16:creationId xmlns:a16="http://schemas.microsoft.com/office/drawing/2014/main" id="{12CBD1CF-8120-43E2-B822-CBC7D8F5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Industrial Assistant  /  07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1F8B46CB-7B2F-4FD5-8A80-8D2BB061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9BFD5-6F96-4D6C-90C3-B047EDB4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11C9FE2-B10A-4A43-A381-579DDBBF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E2326E1-CEDA-4226-A2EB-F9988E88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대화 맥락 비우고 새로 시작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F84535E-1DD6-4270-AC56-88B4BC05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이전 대화를 보관한 뒤 새 조회를 시작합니다.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211FB-37F5-4318-85DC-A408881CE6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aa2733e2db4b5d">
            <a:extLst>
              <a:ext uri="{96DAC541-7B7A-43D3-8B79-37D633B846F1}">
                <asvg:svgBlip xmlns:asvg="http://schemas.microsoft.com/office/drawing/2016/SVG/main" r:embed="Rc26342709e4c49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C2A535D1-A1EF-4EBA-A52F-3BA430B6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6124E823-BF74-48B5-B266-6441771E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보관할 대화 저장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C4E23307-D697-424A-BD3D-AFCF49DF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필요한 대화 먼저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내보내기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2BE58E-EFBA-49BF-BEF6-5F3945ACB1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0fea6599142e0">
            <a:extLst>
              <a:ext uri="{96DAC541-7B7A-43D3-8B79-37D633B846F1}">
                <asvg:svgBlip xmlns:asvg="http://schemas.microsoft.com/office/drawing/2016/SVG/main" r:embed="Rd90c740efc534cd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629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95B998A0-AD97-49E4-90D1-369C2DC1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48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33552E3A-CE63-4535-BE75-19470AEE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0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새 대화 시작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37F08FD2-B26C-4E28-A815-024A70B9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100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새 대화 +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877ED-6EF1-4F4F-B2E2-B18BC1A225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23b604cee440d">
            <a:extLst>
              <a:ext uri="{96DAC541-7B7A-43D3-8B79-37D633B846F1}">
                <asvg:svgBlip xmlns:asvg="http://schemas.microsoft.com/office/drawing/2016/SVG/main" r:embed="R018f6ddc8803439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581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6F65E126-D30A-4F9D-9FA6-30BE28B7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D827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D5400A02-64F6-425E-BC0A-6F291B9D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52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초기 상태 확인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D67DD12B-F5A9-4693-8E8A-E37B89A7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빈 목록 · 내보내기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비활성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6EEE96-FB72-49AD-9A51-95B7A00F4C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bf7c4b2b24d62"/>
          <a:srcRect xmlns:a="http://schemas.openxmlformats.org/drawingml/2006/main" l="19517" t="20177" r="1982" b="48231"/>
          <a:stretch xmlns:a="http://schemas.openxmlformats.org/drawingml/2006/main"/>
        </p:blipFill>
        <p:spPr>
          <a:xfrm xmlns:a="http://schemas.openxmlformats.org/drawingml/2006/main">
            <a:off x="4804557" y="2305050"/>
            <a:ext cx="9212287" cy="2857500"/>
          </a:xfrm>
          <a:prstGeom xmlns:a="http://schemas.openxmlformats.org/drawingml/2006/main" prst="rect">
            <a:avLst/>
          </a:prstGeom>
        </p:spPr>
      </p:pic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E2565A-B67F-413F-868B-D6E9951F87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66e12a6a0489c"/>
          <a:stretch xmlns:a="http://schemas.openxmlformats.org/drawingml/2006/main"/>
        </p:blipFill>
        <p:spPr>
          <a:xfrm xmlns:a="http://schemas.openxmlformats.org/drawingml/2006/main">
            <a:off x="4191000" y="5273345"/>
            <a:ext cx="1714500" cy="1321461"/>
          </a:xfrm>
          <a:prstGeom xmlns:a="http://schemas.openxmlformats.org/drawingml/2006/main" prst="rect">
            <a:avLst/>
          </a:prstGeom>
        </p:spPr>
      </p:pic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E25B45-0900-4983-B685-E5A0078D2A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08088c38f4ed3">
            <a:extLst>
              <a:ext uri="{96DAC541-7B7A-43D3-8B79-37D633B846F1}">
                <asvg:svgBlip xmlns:asvg="http://schemas.microsoft.com/office/drawing/2016/SVG/main" r:embed="R1d60910eae3c4b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10300" y="5581650"/>
            <a:ext cx="333375" cy="333375"/>
          </a:xfrm>
          <a:prstGeom xmlns:a="http://schemas.openxmlformats.org/drawingml/2006/main" prst="rect">
            <a:avLst/>
          </a:prstGeom>
        </p:spPr>
      </p:pic>
      <p:sp>
        <p:nvSpPr>
          <p:cNvPr id="22" name="text-15">
            <a:extLst xmlns:a="http://schemas.openxmlformats.org/drawingml/2006/main">
              <a:ext uri="{FF2B5EF4-FFF2-40B4-BE49-F238E27FC236}">
                <a16:creationId xmlns:a16="http://schemas.microsoft.com/office/drawing/2014/main" id="{72624E16-DDE5-4273-A7C0-2F337D04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81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전체 화면</a:t>
            </a:r>
          </a:p>
        </p:txBody>
      </p:sp>
      <p:sp>
        <p:nvSpPr>
          <p:cNvPr id="23" name="text-16">
            <a:extLst xmlns:a="http://schemas.openxmlformats.org/drawingml/2006/main">
              <a:ext uri="{FF2B5EF4-FFF2-40B4-BE49-F238E27FC236}">
                <a16:creationId xmlns:a16="http://schemas.microsoft.com/office/drawing/2014/main" id="{49169A1B-4D47-48B8-A0B3-33F14C7B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E80315-00DA-4E88-A0E2-7B606F971F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00fac5fd3497c">
            <a:extLst>
              <a:ext uri="{96DAC541-7B7A-43D3-8B79-37D633B846F1}">
                <asvg:svgBlip xmlns:asvg="http://schemas.microsoft.com/office/drawing/2016/SVG/main" r:embed="R4e05bba6a61944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5" name="text-17">
            <a:extLst xmlns:a="http://schemas.openxmlformats.org/drawingml/2006/main">
              <a:ext uri="{FF2B5EF4-FFF2-40B4-BE49-F238E27FC236}">
                <a16:creationId xmlns:a16="http://schemas.microsoft.com/office/drawing/2014/main" id="{C5DACD1A-7224-4F5B-8326-54447003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새 대화는 영구 기록·감사 원장 삭제가 아닙니다. 서버 대화는 세션·역할·자산별로 15분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유지됩니다.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ED0616-37F4-4DEC-BD26-6EDE9694AD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753ffd14d34c34">
            <a:extLst>
              <a:ext uri="{96DAC541-7B7A-43D3-8B79-37D633B846F1}">
                <asvg:svgBlip xmlns:asvg="http://schemas.microsoft.com/office/drawing/2016/SVG/main" r:embed="Re37f5f45d7bd418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7" name="text-18">
            <a:extLst xmlns:a="http://schemas.openxmlformats.org/drawingml/2006/main">
              <a:ext uri="{FF2B5EF4-FFF2-40B4-BE49-F238E27FC236}">
                <a16:creationId xmlns:a16="http://schemas.microsoft.com/office/drawing/2014/main" id="{7DA55E5E-1459-4E9A-864A-A28C43E6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‘새 대화를 시작했습니다’가 표시됩니다.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역할·자산을 변경할 때도 새 대화가 시작됩니다.</a:t>
            </a:r>
          </a:p>
        </p:txBody>
      </p:sp>
    </p:spTree>
    <p:extLst>
      <p:ext uri="{BB962C8B-B14F-4D97-AF65-F5344CB8AC3E}">
        <p14:creationId xmlns:p14="http://schemas.microsoft.com/office/powerpoint/2010/main" val="97450812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">
            <a:extLst xmlns:a="http://schemas.openxmlformats.org/drawingml/2006/main">
              <a:ext uri="{FF2B5EF4-FFF2-40B4-BE49-F238E27FC236}">
                <a16:creationId xmlns:a16="http://schemas.microsoft.com/office/drawing/2014/main" id="{B835C06D-BB08-4033-BA6B-3C715FAB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07  Industrial AssetHub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13C5060-E107-4139-89EB-3294A16A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130C6-ECCA-4124-A637-0729AC6F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09F88CA-CE9A-4B98-BEB9-811E20C7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71B00-A8E9-4F5C-91FD-FC221DFE67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fb0b3fa04420b">
            <a:extLst>
              <a:ext uri="{96DAC541-7B7A-43D3-8B79-37D633B846F1}">
                <asvg:svgBlip xmlns:asvg="http://schemas.microsoft.com/office/drawing/2016/SVG/main" r:embed="Ra042d1d3f0ba483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362075"/>
            <a:ext cx="1095375" cy="1095375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028A97CA-220A-4A31-95F5-50B86A9E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5048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Industrial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AssetHub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40B880B7-6E77-4EDE-9A6E-F8DE8F55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14825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자산 식별과 의미 연결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75054C59-1E36-4719-A90B-EF152967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149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8개 동작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90059-CAD7-4C7D-992C-F1A8E4212E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2a68ccb834168"/>
          <a:srcRect xmlns:a="http://schemas.openxmlformats.org/drawingml/2006/main" l="16260" t="7630" r="2439" b="32954"/>
          <a:stretch xmlns:a="http://schemas.openxmlformats.org/drawingml/2006/main"/>
        </p:blipFill>
        <p:spPr>
          <a:xfrm xmlns:a="http://schemas.openxmlformats.org/drawingml/2006/main">
            <a:off x="6172324" y="1381125"/>
            <a:ext cx="8457952" cy="476250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179513-93A9-4614-ABC7-F101563638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92532d7764a4d">
            <a:extLst>
              <a:ext uri="{96DAC541-7B7A-43D3-8B79-37D633B846F1}">
                <asvg:svgBlip xmlns:asvg="http://schemas.microsoft.com/office/drawing/2016/SVG/main" r:embed="R68bf853f2a5d4a0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6819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1" name="text-7">
            <a:extLst xmlns:a="http://schemas.openxmlformats.org/drawingml/2006/main">
              <a:ext uri="{FF2B5EF4-FFF2-40B4-BE49-F238E27FC236}">
                <a16:creationId xmlns:a16="http://schemas.microsoft.com/office/drawing/2014/main" id="{870684E0-CD4A-4B91-96D2-D7A925C2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6791325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온톨로지 작업공간 둘러보기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D4D52A-7CD0-498F-92C0-AC873FA459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889d685b94aa8">
            <a:extLst>
              <a:ext uri="{96DAC541-7B7A-43D3-8B79-37D633B846F1}">
                <asvg:svgBlip xmlns:asvg="http://schemas.microsoft.com/office/drawing/2016/SVG/main" r:embed="R9799728244d146c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67350" y="6819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3" name="text-8">
            <a:extLst xmlns:a="http://schemas.openxmlformats.org/drawingml/2006/main">
              <a:ext uri="{FF2B5EF4-FFF2-40B4-BE49-F238E27FC236}">
                <a16:creationId xmlns:a16="http://schemas.microsoft.com/office/drawing/2014/main" id="{AE858941-99D1-4980-B896-DC656E0D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6791325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교육용 자산의 원본 선언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0C9688-41D4-4327-BF01-4BD9A66096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e0e1759bec41d4">
            <a:extLst>
              <a:ext uri="{96DAC541-7B7A-43D3-8B79-37D633B846F1}">
                <asvg:svgBlip xmlns:asvg="http://schemas.microsoft.com/office/drawing/2016/SVG/main" r:embed="R4e229640527342c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29850" y="6819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5" name="text-9">
            <a:extLst xmlns:a="http://schemas.openxmlformats.org/drawingml/2006/main">
              <a:ext uri="{FF2B5EF4-FFF2-40B4-BE49-F238E27FC236}">
                <a16:creationId xmlns:a16="http://schemas.microsoft.com/office/drawing/2014/main" id="{D6745005-E76A-4A66-9663-AEDED92A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791325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초안 저장과 식별자 확인</a:t>
            </a:r>
          </a:p>
        </p:txBody>
      </p:sp>
      <p:sp>
        <p:nvSpPr>
          <p:cNvPr id="16" name="text-10">
            <a:extLst xmlns:a="http://schemas.openxmlformats.org/drawingml/2006/main">
              <a:ext uri="{FF2B5EF4-FFF2-40B4-BE49-F238E27FC236}">
                <a16:creationId xmlns:a16="http://schemas.microsoft.com/office/drawing/2014/main" id="{1860B886-7101-4A8A-B4AC-EDA3D74F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43825"/>
            <a:ext cx="1381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486886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648e19225f1149d3"/>
              </a:rPr>
              <a:t>http://127.0.0.1:5189/workbench</a:t>
            </a:r>
          </a:p>
        </p:txBody>
      </p:sp>
    </p:spTree>
    <p:extLst>
      <p:ext uri="{BB962C8B-B14F-4D97-AF65-F5344CB8AC3E}">
        <p14:creationId xmlns:p14="http://schemas.microsoft.com/office/powerpoint/2010/main" val="78513099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1">
            <a:extLst xmlns:a="http://schemas.openxmlformats.org/drawingml/2006/main">
              <a:ext uri="{FF2B5EF4-FFF2-40B4-BE49-F238E27FC236}">
                <a16:creationId xmlns:a16="http://schemas.microsoft.com/office/drawing/2014/main" id="{BE508EDB-B681-4655-844B-1443D104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Industrial AssetHub  /  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D890A517-816C-47BB-8982-0AFEB8EB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46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079B5-47AA-4BAF-A01A-2D762B66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80D0450-523E-4192-85B6-DD7DE3D2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DF91C51-8DB3-4561-BA43-9C12055B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온톨로지 작업공간 둘러보기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A43D2C7-F1CF-4CA4-9FC1-B64E6DB6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자산 초안, 의미 연결, 개념 사전의 위치를 파악합니다.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DC5BA-8D00-4C03-BC19-4A397ADA58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0acbe095574568">
            <a:extLst>
              <a:ext uri="{96DAC541-7B7A-43D3-8B79-37D633B846F1}">
                <asvg:svgBlip xmlns:asvg="http://schemas.microsoft.com/office/drawing/2016/SVG/main" r:embed="R67554a9812de422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72243ACE-C701-431C-AC6A-B2F3E973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6ED072E7-0F96-4ED3-ADE9-8ABE4776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스튜디오 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C84F9255-74DE-4066-ACD9-673E57BC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온톨로지 스튜디오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7B5B8-7114-4C92-8C5F-4F8FD4C55A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77d8bbe0f4dda">
            <a:extLst>
              <a:ext uri="{96DAC541-7B7A-43D3-8B79-37D633B846F1}">
                <asvg:svgBlip xmlns:asvg="http://schemas.microsoft.com/office/drawing/2016/SVG/main" r:embed="Rd76fcd7c78a24f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D4BBFAB0-3AC9-4574-AE94-9194AA9B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677E4F75-F7FD-48E5-AEC5-67874237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자산과 연결 확인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02D59231-74E5-4684-85DC-64932E1F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초안 목록 · 의미 연결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D62C87-B8BB-49FB-9ACB-0C11D36346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b54bf41124983">
            <a:extLst>
              <a:ext uri="{96DAC541-7B7A-43D3-8B79-37D633B846F1}">
                <asvg:svgBlip xmlns:asvg="http://schemas.microsoft.com/office/drawing/2016/SVG/main" r:embed="R9a8d718b09d243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257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BA95DD6B-A928-43C3-BB5C-AEFFED4F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76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EAD97DC9-9142-4190-A559-FA32B36D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29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공통 개념 사전 읽기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D538BDB7-E024-47E2-827D-3C40032A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38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공통 개념 사전 · 로컬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검토 안내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58F2F1-5F2C-471D-ADAD-5C6A2C57C6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4f9cf638d4337"/>
          <a:srcRect xmlns:a="http://schemas.openxmlformats.org/drawingml/2006/main" l="16260" t="7630" r="2439" b="32954"/>
          <a:stretch xmlns:a="http://schemas.openxmlformats.org/drawingml/2006/main"/>
        </p:blipFill>
        <p:spPr>
          <a:xfrm xmlns:a="http://schemas.openxmlformats.org/drawingml/2006/main">
            <a:off x="5570790" y="2305050"/>
            <a:ext cx="7679821" cy="432435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C50EFD25-3B0D-4161-8814-F2D7FBB0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569FA6-4B16-464D-9A41-710141B463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a81652cd94ce5">
            <a:extLst>
              <a:ext uri="{96DAC541-7B7A-43D3-8B79-37D633B846F1}">
                <asvg:svgBlip xmlns:asvg="http://schemas.microsoft.com/office/drawing/2016/SVG/main" r:embed="R3066fa2e98f643b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2" name="text-16">
            <a:extLst xmlns:a="http://schemas.openxmlformats.org/drawingml/2006/main">
              <a:ext uri="{FF2B5EF4-FFF2-40B4-BE49-F238E27FC236}">
                <a16:creationId xmlns:a16="http://schemas.microsoft.com/office/drawing/2014/main" id="{A5CA94AF-AC71-496C-BA3C-9939D87B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현재는 로컬 검토 환경입니다. 404이면 Workbench 활성화 프로필과 주소를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5E7B0F-0558-4D89-BA50-5260A97CEC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ab2110f0334be2">
            <a:extLst>
              <a:ext uri="{96DAC541-7B7A-43D3-8B79-37D633B846F1}">
                <asvg:svgBlip xmlns:asvg="http://schemas.microsoft.com/office/drawing/2016/SVG/main" r:embed="R3a8eb76993e04e2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4" name="text-17">
            <a:extLst xmlns:a="http://schemas.openxmlformats.org/drawingml/2006/main">
              <a:ext uri="{FF2B5EF4-FFF2-40B4-BE49-F238E27FC236}">
                <a16:creationId xmlns:a16="http://schemas.microsoft.com/office/drawing/2014/main" id="{7ABAEC17-0BB7-4E0A-8389-4D1A36D7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초안 수와 연결 진행률이 표시됩니다.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기존 예제가 있으면 첫 자산을 선택합니다.</a:t>
            </a:r>
          </a:p>
        </p:txBody>
      </p:sp>
    </p:spTree>
    <p:extLst>
      <p:ext uri="{BB962C8B-B14F-4D97-AF65-F5344CB8AC3E}">
        <p14:creationId xmlns:p14="http://schemas.microsoft.com/office/powerpoint/2010/main" val="99373014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">
            <a:extLst xmlns:a="http://schemas.openxmlformats.org/drawingml/2006/main">
              <a:ext uri="{FF2B5EF4-FFF2-40B4-BE49-F238E27FC236}">
                <a16:creationId xmlns:a16="http://schemas.microsoft.com/office/drawing/2014/main" id="{E05E8CB7-81ED-4AC9-888E-12D1239E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Industrial AssetHub  /  02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6FFADF0-EE96-43E5-BC0D-48DB85CA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B6F53-FE91-4AF1-B9E7-C17876D4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7DFC91B-9A44-4836-A130-76E5F30F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7698AC1-1D2F-46C2-A81B-256D6B79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교육용 자산의 원본 선언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44EBD29-503A-4C96-B971-C942BBE6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자산 이름과 소스 범위를 초안에 입력합니다.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9C13C-76EC-4353-A651-776091723C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613585a3e74498">
            <a:extLst>
              <a:ext uri="{96DAC541-7B7A-43D3-8B79-37D633B846F1}">
                <asvg:svgBlip xmlns:asvg="http://schemas.microsoft.com/office/drawing/2016/SVG/main" r:embed="Rf9353ca2492749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7C6D2561-CF3F-4BCB-B38B-D1280843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817AB9B7-157A-49B3-8D6A-106F143C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새 자산 초안 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0FB54172-604A-4679-A421-0BA3D7C7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새 자산 초안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BB3C3-4144-4C87-9B45-403C2CB21E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b564f7e0f24f6c">
            <a:extLst>
              <a:ext uri="{96DAC541-7B7A-43D3-8B79-37D633B846F1}">
                <asvg:svgBlip xmlns:asvg="http://schemas.microsoft.com/office/drawing/2016/SVG/main" r:embed="R0a2e02a535b24dc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822C127E-FE21-416B-ABE9-E3B2B8B0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17C18F91-44B1-44FF-880C-5186BB2D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이름과 소유자 입력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6DEA5440-75CD-4EE2-8B7A-97ABE920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매뉴얼 예제 온도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Gateway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36E65E-9E61-4FD5-A67C-83A6F4B825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67f5003d3471e">
            <a:extLst>
              <a:ext uri="{96DAC541-7B7A-43D3-8B79-37D633B846F1}">
                <asvg:svgBlip xmlns:asvg="http://schemas.microsoft.com/office/drawing/2016/SVG/main" r:embed="Re047e28a556243e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581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88F598D0-2679-4291-A1E0-738CAD66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4C7C1CB1-69C0-47B2-B588-AC5398BE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52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원본 소스 범위 지정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4E4044B4-7792-4D28-9A5D-03C78012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Simulation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manual-local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467B1F-2804-49A3-BA52-ED90EFD703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1c276a3f54d1d">
            <a:extLst>
              <a:ext uri="{96DAC541-7B7A-43D3-8B79-37D633B846F1}">
                <asvg:svgBlip xmlns:asvg="http://schemas.microsoft.com/office/drawing/2016/SVG/main" r:embed="Rd021f3afb9d1487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58578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0BB488BB-99DE-461E-BD12-BB6C34FD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2769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2BA9B23F-25CC-41A6-AD1B-FA518312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8293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유효 시간과 메모 확인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43025BF9-DEC4-496D-8F36-4993C944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2388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유효 시작 UTC · 모의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예제 메모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AE9235-827B-44D2-B112-EF662473BB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4d68096054bf4"/>
          <a:stretch xmlns:a="http://schemas.openxmlformats.org/drawingml/2006/main"/>
        </p:blipFill>
        <p:spPr>
          <a:xfrm xmlns:a="http://schemas.openxmlformats.org/drawingml/2006/main">
            <a:off x="4191000" y="2309124"/>
            <a:ext cx="2857500" cy="2201651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FD629860-4180-4F2E-BA53-E7873FD6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482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전체 화면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7D7D21-37EA-42B4-B684-855F8BD177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94ddbb04d48d0"/>
          <a:srcRect xmlns:a="http://schemas.openxmlformats.org/drawingml/2006/main" l="32208" t="17776" r="32895" b="17614"/>
          <a:stretch xmlns:a="http://schemas.openxmlformats.org/drawingml/2006/main"/>
        </p:blipFill>
        <p:spPr>
          <a:xfrm xmlns:a="http://schemas.openxmlformats.org/drawingml/2006/main">
            <a:off x="9514237" y="2305050"/>
            <a:ext cx="3031426" cy="4324350"/>
          </a:xfrm>
          <a:prstGeom xmlns:a="http://schemas.openxmlformats.org/drawingml/2006/main" prst="rect">
            <a:avLst/>
          </a:prstGeom>
        </p:spPr>
      </p:pic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CE54466A-105A-4ABB-A1B8-0A3407A9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E78B4E-781C-483E-859A-35C7F30789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281dc3f54f419c">
            <a:extLst>
              <a:ext uri="{96DAC541-7B7A-43D3-8B79-37D633B846F1}">
                <asvg:svgBlip xmlns:asvg="http://schemas.microsoft.com/office/drawing/2016/SVG/main" r:embed="Rdb0fa45747754c3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8" name="text-20">
            <a:extLst xmlns:a="http://schemas.openxmlformats.org/drawingml/2006/main">
              <a:ext uri="{FF2B5EF4-FFF2-40B4-BE49-F238E27FC236}">
                <a16:creationId xmlns:a16="http://schemas.microsoft.com/office/drawing/2014/main" id="{5E2597A5-C662-4040-BABC-BFEAA5FC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이것은 소스 선언입니다. 입력만으로 원본 연결이 생기지 않으며 취소·닫기로 등록 전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취소할 수 있습니다.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597ECB-88DD-43C4-8853-92137EC0EC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e118b6cd4f468e">
            <a:extLst>
              <a:ext uri="{96DAC541-7B7A-43D3-8B79-37D633B846F1}">
                <asvg:svgBlip xmlns:asvg="http://schemas.microsoft.com/office/drawing/2016/SVG/main" r:embed="R55e77bf9f12042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0" name="text-21">
            <a:extLst xmlns:a="http://schemas.openxmlformats.org/drawingml/2006/main">
              <a:ext uri="{FF2B5EF4-FFF2-40B4-BE49-F238E27FC236}">
                <a16:creationId xmlns:a16="http://schemas.microsoft.com/office/drawing/2014/main" id="{35C62F13-D55D-4D9D-B345-757AC94C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자산명과 소스 범위가 입력 창에 표시됩니다.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키: DataAccess.Manual.Temp_PV</a:t>
            </a:r>
          </a:p>
        </p:txBody>
      </p:sp>
    </p:spTree>
    <p:extLst>
      <p:ext uri="{BB962C8B-B14F-4D97-AF65-F5344CB8AC3E}">
        <p14:creationId xmlns:p14="http://schemas.microsoft.com/office/powerpoint/2010/main" val="97934396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1">
            <a:extLst xmlns:a="http://schemas.openxmlformats.org/drawingml/2006/main">
              <a:ext uri="{FF2B5EF4-FFF2-40B4-BE49-F238E27FC236}">
                <a16:creationId xmlns:a16="http://schemas.microsoft.com/office/drawing/2014/main" id="{64F5CE4F-BCD3-4199-9078-1BA1A690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Industrial AssetHub  /  03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AC725CBA-0123-43DE-A1FA-752E8CD6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48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3D808-565E-4295-872F-3BB58F05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4AC04AA-A3E5-489C-9593-DFDF72B0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44D76A9-7D07-4E9D-9A1A-113C6846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초안 저장과 식별자 확인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D120A15-D80E-4711-B16B-9508F5C8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로컬 초안을 저장하고 고유 ID와 편집 버전을 읽습니다.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92250-BCFF-4D3B-86FA-1BA45F99DD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c1a47db424a9b">
            <a:extLst>
              <a:ext uri="{96DAC541-7B7A-43D3-8B79-37D633B846F1}">
                <asvg:svgBlip xmlns:asvg="http://schemas.microsoft.com/office/drawing/2016/SVG/main" r:embed="R8dfea1520f8842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09FC8831-ABCB-44FE-8DD8-AF19FE51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2625BC31-4F93-4AF8-8443-E8024E16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초안 만들기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2573D24E-B18B-4827-8139-C3C48FA5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입력 확인 → 초안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만들기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77210-8DEE-4FBA-B1E8-DDB11022D0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2fa954ad0457e">
            <a:extLst>
              <a:ext uri="{96DAC541-7B7A-43D3-8B79-37D633B846F1}">
                <asvg:svgBlip xmlns:asvg="http://schemas.microsoft.com/office/drawing/2016/SVG/main" r:embed="Re97b802626d2484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629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C13ED1F0-2613-454B-9D24-94BBC52B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48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CB186A11-4DE1-41CE-8726-666C4A1D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0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새 자산 행 확인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1C09F61B-E0B2-45E2-99F2-5BF15346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100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새 행 · 선택한 자산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상세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273949-BA79-4B1B-B42B-AF9D12C812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b021db4774559">
            <a:extLst>
              <a:ext uri="{96DAC541-7B7A-43D3-8B79-37D633B846F1}">
                <asvg:svgBlip xmlns:asvg="http://schemas.microsoft.com/office/drawing/2016/SVG/main" r:embed="Re2e48fe6b193469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905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33685881-29E4-4C4E-9111-EC5B1130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3244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5859A62E-ECF5-40EB-B6D4-E90BB7C5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8768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ID와 버전 읽기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7618C701-B836-43F8-AB84-D4F7AAD6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2863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Global Asset ID · 편집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버전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9D1A4C-200B-4F02-928D-BF9A4B4724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4dd431139f48be"/>
          <a:srcRect xmlns:a="http://schemas.openxmlformats.org/drawingml/2006/main" l="16260" t="41153" r="2439" b="12581"/>
          <a:stretch xmlns:a="http://schemas.openxmlformats.org/drawingml/2006/main"/>
        </p:blipFill>
        <p:spPr>
          <a:xfrm xmlns:a="http://schemas.openxmlformats.org/drawingml/2006/main">
            <a:off x="4479387" y="2305050"/>
            <a:ext cx="9862625" cy="432435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3CC0A147-3732-4CAD-9EE9-DF74D794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65F4F7-45F9-45C6-93DC-8F4F3743E5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589e3b2a54a9e">
            <a:extLst>
              <a:ext uri="{96DAC541-7B7A-43D3-8B79-37D633B846F1}">
                <asvg:svgBlip xmlns:asvg="http://schemas.microsoft.com/office/drawing/2016/SVG/main" r:embed="R3c3a3bf29a344f8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2" name="text-16">
            <a:extLst xmlns:a="http://schemas.openxmlformats.org/drawingml/2006/main">
              <a:ext uri="{FF2B5EF4-FFF2-40B4-BE49-F238E27FC236}">
                <a16:creationId xmlns:a16="http://schemas.microsoft.com/office/drawing/2014/main" id="{C21270CF-40A6-4095-82DB-C28B96A2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오래된 편집의 412 응답은 최신 초안과 비교합니다. 같은 저장 경로를 여러 Host가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동시에 열지 않습니다.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4C732E-983E-4A66-8D93-D302DEFF81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ee26ef95348c3">
            <a:extLst>
              <a:ext uri="{96DAC541-7B7A-43D3-8B79-37D633B846F1}">
                <asvg:svgBlip xmlns:asvg="http://schemas.microsoft.com/office/drawing/2016/SVG/main" r:embed="Rc5d3cb4423ee45b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4" name="text-17">
            <a:extLst xmlns:a="http://schemas.openxmlformats.org/drawingml/2006/main">
              <a:ext uri="{FF2B5EF4-FFF2-40B4-BE49-F238E27FC236}">
                <a16:creationId xmlns:a16="http://schemas.microsoft.com/office/drawing/2014/main" id="{BF378EFA-5CD8-4196-A025-BCFDCB1B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초안과 발급된 식별자가 로컬 파일에 저장됩니다.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승인·게시 revision은 미제공 상태입니다.</a:t>
            </a:r>
          </a:p>
        </p:txBody>
      </p:sp>
    </p:spTree>
    <p:extLst>
      <p:ext uri="{BB962C8B-B14F-4D97-AF65-F5344CB8AC3E}">
        <p14:creationId xmlns:p14="http://schemas.microsoft.com/office/powerpoint/2010/main" val="97955493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">
            <a:extLst xmlns:a="http://schemas.openxmlformats.org/drawingml/2006/main">
              <a:ext uri="{FF2B5EF4-FFF2-40B4-BE49-F238E27FC236}">
                <a16:creationId xmlns:a16="http://schemas.microsoft.com/office/drawing/2014/main" id="{B04CBD34-0CAF-444A-8403-7441117D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Industrial AssetHub  /  04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3D71D1F1-88A4-485E-B727-193B035D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BCFC5-E5F9-429D-B178-3635E971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DD5802D-3A8E-4496-B585-F7226277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7D6E680-ABD6-4382-8C1C-7EBD2630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온도 개념 후보 검토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6805DFA-8A6D-491E-98DB-18531AB9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이름·소스 키의 일치 근거를 보고 개념을 선택합니다.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4F947-986D-4EFF-B493-610B9024F0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fd1ac6c0b41a1">
            <a:extLst>
              <a:ext uri="{96DAC541-7B7A-43D3-8B79-37D633B846F1}">
                <asvg:svgBlip xmlns:asvg="http://schemas.microsoft.com/office/drawing/2016/SVG/main" r:embed="R3e8a7b22acf54c2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8BC23D24-CA05-4CB5-9863-28052372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32309AAD-AA88-4209-B111-D1683F26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교육용 자산 선택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07CAF83D-C8F0-48F2-84DB-C6C78791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매뉴얼 예제 온도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A5156-D491-43C2-966D-EE139E55A5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56c58173d4f10">
            <a:extLst>
              <a:ext uri="{96DAC541-7B7A-43D3-8B79-37D633B846F1}">
                <asvg:svgBlip xmlns:asvg="http://schemas.microsoft.com/office/drawing/2016/SVG/main" r:embed="R7e33dfbec5fa4a4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EF90E3F5-5200-44A0-A700-84432E97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00B4A9D1-8477-4599-9C51-E76B6BCA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후보와 일치 근거 읽기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0C6F8E79-8DB2-4881-A41E-F3A22AF3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자동 매칭 후보 · 온도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근거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E829AD-3A9D-4F42-8FEA-25D08CD3EA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e8d0cc1fa4e8b">
            <a:extLst>
              <a:ext uri="{96DAC541-7B7A-43D3-8B79-37D633B846F1}">
                <asvg:svgBlip xmlns:asvg="http://schemas.microsoft.com/office/drawing/2016/SVG/main" r:embed="R51909a6229e448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581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680F320F-62D0-4956-BE20-BE127934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B9BF6E82-F15B-4073-9333-352D0A03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52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개념 후보 반영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2FD247B1-2B23-41B7-A66B-DCAC17FC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선택 → 의미 개념 반영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DB14A9-C750-4663-985D-A7B1E5CA5D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9a083da9f4769">
            <a:extLst>
              <a:ext uri="{96DAC541-7B7A-43D3-8B79-37D633B846F1}">
                <asvg:svgBlip xmlns:asvg="http://schemas.microsoft.com/office/drawing/2016/SVG/main" r:embed="R6e045c763c7842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5534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4B5E281D-3895-4591-8773-CABF5260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953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73757433-429F-4210-829E-AFCAE39A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505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단위와 위치 직접 입력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53C4CFB5-5E98-421D-B238-7E3A0114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150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원 단위 · 계측 위치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9DEAD7-622F-450A-8400-CD6B48360F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c1590869247b9"/>
          <a:stretch xmlns:a="http://schemas.openxmlformats.org/drawingml/2006/main"/>
        </p:blipFill>
        <p:spPr>
          <a:xfrm xmlns:a="http://schemas.openxmlformats.org/drawingml/2006/main">
            <a:off x="4191000" y="2309124"/>
            <a:ext cx="2857500" cy="2201651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267ACC73-5094-480C-899B-2149F001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482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전체 화면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A15E45-A0B9-4EEE-85FD-0F99810CC5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f7f4985f943ae"/>
          <a:srcRect xmlns:a="http://schemas.openxmlformats.org/drawingml/2006/main" l="41588" t="6656" r="3628" b="39448"/>
          <a:stretch xmlns:a="http://schemas.openxmlformats.org/drawingml/2006/main"/>
        </p:blipFill>
        <p:spPr>
          <a:xfrm xmlns:a="http://schemas.openxmlformats.org/drawingml/2006/main">
            <a:off x="8177449" y="2305050"/>
            <a:ext cx="5705002" cy="4324350"/>
          </a:xfrm>
          <a:prstGeom xmlns:a="http://schemas.openxmlformats.org/drawingml/2006/main" prst="rect">
            <a:avLst/>
          </a:prstGeom>
        </p:spPr>
      </p:pic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B3C3A696-314E-443D-B5B0-29D074C5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1F5899-FC2A-4F6E-8A63-CABDCCE342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e99df4f0d46e4">
            <a:extLst>
              <a:ext uri="{96DAC541-7B7A-43D3-8B79-37D633B846F1}">
                <asvg:svgBlip xmlns:asvg="http://schemas.microsoft.com/office/drawing/2016/SVG/main" r:embed="R3bee3d11920841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8" name="text-20">
            <a:extLst xmlns:a="http://schemas.openxmlformats.org/drawingml/2006/main">
              <a:ext uri="{FF2B5EF4-FFF2-40B4-BE49-F238E27FC236}">
                <a16:creationId xmlns:a16="http://schemas.microsoft.com/office/drawing/2014/main" id="{860073C9-F620-4AAD-BDF2-6454D90F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점수는 승인 확률이 아닙니다. 이름만 같다고 다른 계측 지점을 같은 자산으로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병합하지 않습니다.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0FE6B3-8164-4A0E-983A-AB4F59E008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e170380a0484e">
            <a:extLst>
              <a:ext uri="{96DAC541-7B7A-43D3-8B79-37D633B846F1}">
                <asvg:svgBlip xmlns:asvg="http://schemas.microsoft.com/office/drawing/2016/SVG/main" r:embed="R2af16517b4424d7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0" name="text-21">
            <a:extLst xmlns:a="http://schemas.openxmlformats.org/drawingml/2006/main">
              <a:ext uri="{FF2B5EF4-FFF2-40B4-BE49-F238E27FC236}">
                <a16:creationId xmlns:a16="http://schemas.microsoft.com/office/drawing/2014/main" id="{41DE3F54-930E-4A37-BB10-765D9953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선택한 개념이 의미 연결 폼에 반영됩니다.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후보 점수는 문자열 일치 순위입니다.</a:t>
            </a:r>
          </a:p>
        </p:txBody>
      </p:sp>
    </p:spTree>
    <p:extLst>
      <p:ext uri="{BB962C8B-B14F-4D97-AF65-F5344CB8AC3E}">
        <p14:creationId xmlns:p14="http://schemas.microsoft.com/office/powerpoint/2010/main" val="189257366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">
            <a:extLst xmlns:a="http://schemas.openxmlformats.org/drawingml/2006/main">
              <a:ext uri="{FF2B5EF4-FFF2-40B4-BE49-F238E27FC236}">
                <a16:creationId xmlns:a16="http://schemas.microsoft.com/office/drawing/2014/main" id="{8BC34F48-7FC5-49BF-B19C-2CA90FC6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Industrial AssetHub  /  05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19D032B3-2920-4205-BD19-AE3A88C5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17672-E292-434B-A8C7-C29F8339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4F8BE1B-A5DD-4B31-BED6-0076FD57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8472040-EA31-40F4-9539-805D7137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개념·단위·계측 위치 연결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4BEC96F-FB37-4185-B3E4-B21606E9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계측 지점의 의미와 단위를 함께 저장합니다.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3F50D-10E1-470F-9F77-BD7B976168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c0397bbd7430c">
            <a:extLst>
              <a:ext uri="{96DAC541-7B7A-43D3-8B79-37D633B846F1}">
                <asvg:svgBlip xmlns:asvg="http://schemas.microsoft.com/office/drawing/2016/SVG/main" r:embed="Rd7c97e0e23f44cd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67F7E66F-1561-4F41-AC40-3708E672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1DDC4586-44F2-4C55-9EB1-924E4923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클래스와 개념 지정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28DA0A49-347E-4EF5-8216-A32D68BF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계측 지점 · 온도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2B03B-782D-49E0-874C-C83FE5CBD9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d9003f69e416e">
            <a:extLst>
              <a:ext uri="{96DAC541-7B7A-43D3-8B79-37D633B846F1}">
                <asvg:svgBlip xmlns:asvg="http://schemas.microsoft.com/office/drawing/2016/SVG/main" r:embed="Rc82d26e849124b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083DF324-6A37-4951-B8DD-1092DAFE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C62BA3F3-2B1D-42BC-87BC-5DC65B8A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단위와 위치 입력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036A8018-8424-4AA6-B782-E003E951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°C · 실습 모의 계측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지점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48E6E5-70C6-408E-952B-C5BC328E02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b435f731f417e">
            <a:extLst>
              <a:ext uri="{96DAC541-7B7A-43D3-8B79-37D633B846F1}">
                <asvg:svgBlip xmlns:asvg="http://schemas.microsoft.com/office/drawing/2016/SVG/main" r:embed="R69fdd2cc4416484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581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C0B449E7-3635-4417-B46D-974A3F2E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26CFE05D-A504-47C2-BE56-14CF4329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52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의미 연결 저장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FE5C595F-5A5F-4144-B9E4-C5477D33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의미 연결 저장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E3A085-9011-4507-B2B5-03208FC75B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890b19274b4169">
            <a:extLst>
              <a:ext uri="{96DAC541-7B7A-43D3-8B79-37D633B846F1}">
                <asvg:svgBlip xmlns:asvg="http://schemas.microsoft.com/office/drawing/2016/SVG/main" r:embed="Rf5e5881595b142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5534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FCDDD7E3-1DD0-4107-835D-48B108BE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953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5B2767D6-49FC-4BC8-99ED-0E1E9C3E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505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저장된 관계 확인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1BC454DB-1061-4A4B-B463-12C72E8B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150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observes · 편집 버전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88CF8E-15FB-4287-A998-D6DE55437A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d1a18be6941d0"/>
          <a:stretch xmlns:a="http://schemas.openxmlformats.org/drawingml/2006/main"/>
        </p:blipFill>
        <p:spPr>
          <a:xfrm xmlns:a="http://schemas.openxmlformats.org/drawingml/2006/main">
            <a:off x="4191000" y="2309124"/>
            <a:ext cx="2857500" cy="2201651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72B93EE1-7DEB-4392-809D-81A053E2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482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전체 화면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967707-F2A4-408B-9BF1-11F0C217DC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a0e02a5f8407d"/>
          <a:srcRect xmlns:a="http://schemas.openxmlformats.org/drawingml/2006/main" l="41588" t="6656" r="3628" b="33685"/>
          <a:stretch xmlns:a="http://schemas.openxmlformats.org/drawingml/2006/main"/>
        </p:blipFill>
        <p:spPr>
          <a:xfrm xmlns:a="http://schemas.openxmlformats.org/drawingml/2006/main">
            <a:off x="8452998" y="2305050"/>
            <a:ext cx="5153904" cy="4324350"/>
          </a:xfrm>
          <a:prstGeom xmlns:a="http://schemas.openxmlformats.org/drawingml/2006/main" prst="rect">
            <a:avLst/>
          </a:prstGeom>
        </p:spPr>
      </p:pic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DC26BA79-2655-4D40-B0CB-B5403370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23A325-3130-420B-8884-28940447BD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b336ecfcd4370">
            <a:extLst>
              <a:ext uri="{96DAC541-7B7A-43D3-8B79-37D633B846F1}">
                <asvg:svgBlip xmlns:asvg="http://schemas.microsoft.com/office/drawing/2016/SVG/main" r:embed="R18715f80c8d241c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8" name="text-20">
            <a:extLst xmlns:a="http://schemas.openxmlformats.org/drawingml/2006/main">
              <a:ext uri="{FF2B5EF4-FFF2-40B4-BE49-F238E27FC236}">
                <a16:creationId xmlns:a16="http://schemas.microsoft.com/office/drawing/2014/main" id="{AF51B253-6618-40FA-A03C-4513274F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라인·설비에는 계측 필드를 비웁니다. 미지원 단위나 순환 partOf 관계는 거부됩니다.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4AEE5B-62D3-49E4-A28D-66541D1068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87ce089363465a">
            <a:extLst>
              <a:ext uri="{96DAC541-7B7A-43D3-8B79-37D633B846F1}">
                <asvg:svgBlip xmlns:asvg="http://schemas.microsoft.com/office/drawing/2016/SVG/main" r:embed="R60041e7bf2ec414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0" name="text-21">
            <a:extLst xmlns:a="http://schemas.openxmlformats.org/drawingml/2006/main">
              <a:ext uri="{FF2B5EF4-FFF2-40B4-BE49-F238E27FC236}">
                <a16:creationId xmlns:a16="http://schemas.microsoft.com/office/drawing/2014/main" id="{8EDB6C55-F7CB-4049-BAE3-FB2BC506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의미 연결과 편집 버전이 저장됩니다.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기존 로컬 검토 결과는 무효화됩니다.</a:t>
            </a:r>
          </a:p>
        </p:txBody>
      </p:sp>
    </p:spTree>
    <p:extLst>
      <p:ext uri="{BB962C8B-B14F-4D97-AF65-F5344CB8AC3E}">
        <p14:creationId xmlns:p14="http://schemas.microsoft.com/office/powerpoint/2010/main" val="23048855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1">
            <a:extLst xmlns:a="http://schemas.openxmlformats.org/drawingml/2006/main">
              <a:ext uri="{FF2B5EF4-FFF2-40B4-BE49-F238E27FC236}">
                <a16:creationId xmlns:a16="http://schemas.microsoft.com/office/drawing/2014/main" id="{9E5CF8B8-8AA7-4683-BF44-EAD658DB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Industrial AssetHub  /  06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75830CE6-5461-43F6-8E1D-AE16D1BB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51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4E8FD-4CF9-4161-ADFF-A2672157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1684AD4-C1B2-48D4-AED4-4995C096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2EBD4A2-215C-4A6E-930B-7352DF17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키워드로 의미 연결 근거 찾기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F2EF582-06B2-4549-80C0-DE49A71B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로컬 초안에 선언한 자산과 소스를 검색합니다.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BFA6F-131A-4136-8613-0888D63FA3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05a229aae486f">
            <a:extLst>
              <a:ext uri="{96DAC541-7B7A-43D3-8B79-37D633B846F1}">
                <asvg:svgBlip xmlns:asvg="http://schemas.microsoft.com/office/drawing/2016/SVG/main" r:embed="R6a536a2ee65e4f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B27D2A07-EACA-4F65-8293-E1698F6F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A2B5E920-A33E-4E0D-8EF7-6B5A1205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키워드 입력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89153571-9F39-438E-A358-102DB91B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온톨로지 어시스트: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매뉴얼 온도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2A156-E39F-4F94-B703-73EFEB3661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3b22d989464555">
            <a:extLst>
              <a:ext uri="{96DAC541-7B7A-43D3-8B79-37D633B846F1}">
                <asvg:svgBlip xmlns:asvg="http://schemas.microsoft.com/office/drawing/2016/SVG/main" r:embed="R54a39866999948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629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46E58598-A10A-4EE1-AC37-996CBFAE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48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2BFDE6F5-F65E-4192-A1F6-F49D1643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0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근거 조회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FAEE228F-E6A2-4DAD-B670-6AB67F03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100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근거 조회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89DB4-2CC9-4311-94AB-50D358D14A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c2663a4234a58">
            <a:extLst>
              <a:ext uri="{96DAC541-7B7A-43D3-8B79-37D633B846F1}">
                <asvg:svgBlip xmlns:asvg="http://schemas.microsoft.com/office/drawing/2016/SVG/main" r:embed="R41e6dae295bc427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581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37387AD9-CC0C-4BD5-81D1-7782435B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15C28ED8-7A81-4905-81F4-1E6FC10D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52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선언 근거 대조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DAC1AB6F-5918-4B39-BD89-9CD80A22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자산 · 개념 · 소스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tuple · 버전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3E6582-5F2A-4EEE-B8EC-350B8FEB87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9cf3289fa429b"/>
          <a:srcRect xmlns:a="http://schemas.openxmlformats.org/drawingml/2006/main" l="16260" t="22727" r="2439" b="40747"/>
          <a:stretch xmlns:a="http://schemas.openxmlformats.org/drawingml/2006/main"/>
        </p:blipFill>
        <p:spPr>
          <a:xfrm xmlns:a="http://schemas.openxmlformats.org/drawingml/2006/main">
            <a:off x="4191000" y="2660409"/>
            <a:ext cx="10439400" cy="3613633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30C45B2E-EF27-40CF-98D0-F6C96705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51A231-272D-49F8-9966-310059A1D8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6d0e20e98440e">
            <a:extLst>
              <a:ext uri="{96DAC541-7B7A-43D3-8B79-37D633B846F1}">
                <asvg:svgBlip xmlns:asvg="http://schemas.microsoft.com/office/drawing/2016/SVG/main" r:embed="Rc83a151b2b014a6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2" name="text-16">
            <a:extLst xmlns:a="http://schemas.openxmlformats.org/drawingml/2006/main">
              <a:ext uri="{FF2B5EF4-FFF2-40B4-BE49-F238E27FC236}">
                <a16:creationId xmlns:a16="http://schemas.microsoft.com/office/drawing/2014/main" id="{17E82DC8-3E9D-49F2-A5DC-11D42EC1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규칙 기반 검색이며 외부 AI를 호출하지 않습니다. 결과가 없으면 키워드를 줄이고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의미 연결 저장을 확인합니다.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0E5F38-7DAE-44D2-A523-5D687299F6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52f8cf80a4f91">
            <a:extLst>
              <a:ext uri="{96DAC541-7B7A-43D3-8B79-37D633B846F1}">
                <asvg:svgBlip xmlns:asvg="http://schemas.microsoft.com/office/drawing/2016/SVG/main" r:embed="R2c4feeca4e2f485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4" name="text-17">
            <a:extLst xmlns:a="http://schemas.openxmlformats.org/drawingml/2006/main">
              <a:ext uri="{FF2B5EF4-FFF2-40B4-BE49-F238E27FC236}">
                <a16:creationId xmlns:a16="http://schemas.microsoft.com/office/drawing/2014/main" id="{982909A4-7121-454A-B26A-1CD9C296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로컬 초안 snapshot의 선언 근거를 보여줍니다.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실제 값·품질·원본 시각은 미제공입니다.</a:t>
            </a:r>
          </a:p>
        </p:txBody>
      </p:sp>
    </p:spTree>
    <p:extLst>
      <p:ext uri="{BB962C8B-B14F-4D97-AF65-F5344CB8AC3E}">
        <p14:creationId xmlns:p14="http://schemas.microsoft.com/office/powerpoint/2010/main" val="444743637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1">
            <a:extLst xmlns:a="http://schemas.openxmlformats.org/drawingml/2006/main">
              <a:ext uri="{FF2B5EF4-FFF2-40B4-BE49-F238E27FC236}">
                <a16:creationId xmlns:a16="http://schemas.microsoft.com/office/drawing/2014/main" id="{73779920-90DB-4C4C-B207-0EAFE67E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Industrial AssetHub  /  07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3252C9F6-A319-48A1-8812-645C244C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52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2A10A-7FEA-4FD8-B186-65DE9F4B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BEB1F3E-712D-47A5-A4A1-5E264CD7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6545F75-7358-4DC5-8207-C4A182C0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Host 상태와 운영 준비 구분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910AFD8-1AE8-49C4-9322-8B2CB22E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실행 상태와 운영에 필요한 준비 항목을 따로 읽습니다.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25D53-6C88-472F-91B2-EA64B1A71C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2a687bd354755">
            <a:extLst>
              <a:ext uri="{96DAC541-7B7A-43D3-8B79-37D633B846F1}">
                <asvg:svgBlip xmlns:asvg="http://schemas.microsoft.com/office/drawing/2016/SVG/main" r:embed="R536c697ce0c448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426C0A84-7D40-46AF-A4DC-3D34B25B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833F022A-B1E9-44D8-9C45-18570496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시스템 모니터링 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0594F58B-23D4-4AC0-A2D9-0904FEB7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시스템 모니터링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A1251-2861-467F-9CA3-A964D6A65C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ec5bde4374dbe">
            <a:extLst>
              <a:ext uri="{96DAC541-7B7A-43D3-8B79-37D633B846F1}">
                <asvg:svgBlip xmlns:asvg="http://schemas.microsoft.com/office/drawing/2016/SVG/main" r:embed="Rd0ddf074c32c44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895C1A56-447E-4DA2-9367-275A5BD9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516C8C54-9EC7-4889-A797-DE9B0EBB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상태 새로고침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A1274E95-49DF-447F-BA61-5DA1EB21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상태 새로고침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367951-E264-48E4-9116-94EE679310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6c8aefcba4c4f">
            <a:extLst>
              <a:ext uri="{96DAC541-7B7A-43D3-8B79-37D633B846F1}">
                <asvg:svgBlip xmlns:asvg="http://schemas.microsoft.com/office/drawing/2016/SVG/main" r:embed="Ra3abe8bbfa1146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257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0DFD5074-7CAE-45C8-9A8B-083BED87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76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3D12C0ED-D244-427A-9081-E370C333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29100"/>
            <a:ext cx="2714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관측값과 준비 항목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읽기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EF78CAFE-D82B-4A38-B22E-8A5CD176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72050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메모리 · 가동 시간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체크리스트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00457C-607E-4B9A-987F-26DFE96802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265cb49884590"/>
          <a:srcRect xmlns:a="http://schemas.openxmlformats.org/drawingml/2006/main" l="16233" t="35531" r="1363" b="6270"/>
          <a:stretch xmlns:a="http://schemas.openxmlformats.org/drawingml/2006/main"/>
        </p:blipFill>
        <p:spPr>
          <a:xfrm xmlns:a="http://schemas.openxmlformats.org/drawingml/2006/main">
            <a:off x="5438723" y="2305050"/>
            <a:ext cx="7943955" cy="432435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A7A5F770-019B-432A-92D6-838FFA38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11FC33-2FAE-4C10-8FC8-0DA36DE7D6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88eb9ff6a49c7">
            <a:extLst>
              <a:ext uri="{96DAC541-7B7A-43D3-8B79-37D633B846F1}">
                <asvg:svgBlip xmlns:asvg="http://schemas.microsoft.com/office/drawing/2016/SVG/main" r:embed="R1b1fd8fb3b5c49d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2" name="text-16">
            <a:extLst xmlns:a="http://schemas.openxmlformats.org/drawingml/2006/main">
              <a:ext uri="{FF2B5EF4-FFF2-40B4-BE49-F238E27FC236}">
                <a16:creationId xmlns:a16="http://schemas.microsoft.com/office/drawing/2014/main" id="{D14489C8-B7C4-4E72-81ED-DF2F5B81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상태 요청에 실패하면 최근 성공값을 현재 관측값으로 해석하지 않습니다.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7A9F6C-9CE7-4411-94D9-BA44E7048C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ebf377e9a4741">
            <a:extLst>
              <a:ext uri="{96DAC541-7B7A-43D3-8B79-37D633B846F1}">
                <asvg:svgBlip xmlns:asvg="http://schemas.microsoft.com/office/drawing/2016/SVG/main" r:embed="R4b8869bed03e47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4" name="text-17">
            <a:extLst xmlns:a="http://schemas.openxmlformats.org/drawingml/2006/main">
              <a:ext uri="{FF2B5EF4-FFF2-40B4-BE49-F238E27FC236}">
                <a16:creationId xmlns:a16="http://schemas.microsoft.com/office/drawing/2014/main" id="{6C5E89BB-E522-4B80-BE03-D8BB78D7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Host 실행과 서비스 준비 상태가 따로 보입니다.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운영 원장·인증·표준 runtime은 준비 중입니다.</a:t>
            </a:r>
          </a:p>
        </p:txBody>
      </p:sp>
    </p:spTree>
    <p:extLst>
      <p:ext uri="{BB962C8B-B14F-4D97-AF65-F5344CB8AC3E}">
        <p14:creationId xmlns:p14="http://schemas.microsoft.com/office/powerpoint/2010/main" val="38908648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1">
            <a:extLst xmlns:a="http://schemas.openxmlformats.org/drawingml/2006/main">
              <a:ext uri="{FF2B5EF4-FFF2-40B4-BE49-F238E27FC236}">
                <a16:creationId xmlns:a16="http://schemas.microsoft.com/office/drawing/2014/main" id="{B4AB15F3-4D94-44DF-AAA3-D93E66B2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Industrial AssetHub  /  08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791478BE-52FE-467D-BF1E-DD22C739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53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A6416-AD02-4F8A-820A-CBEAC894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DF088C8-FDCA-4154-8175-082AB439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8268BDD-6EC7-4985-BD50-137D91A3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일곱 솔루션의 HTTP 상태 확인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875B556-E9B0-4EB2-97B3-EDB89504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로컬 작업공간으로 이동하며 응답 근거를 확인합니다.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EE067B-6D08-49B5-A026-832122F6B4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e58c439554cf6">
            <a:extLst>
              <a:ext uri="{96DAC541-7B7A-43D3-8B79-37D633B846F1}">
                <asvg:svgBlip xmlns:asvg="http://schemas.microsoft.com/office/drawing/2016/SVG/main" r:embed="Rf4ea67c4f7844d0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9757A859-E47A-470B-A1F5-D3C9B85F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817E6622-5F03-45A9-B9AA-7A201152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솔루션 연결 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0948D4F7-8858-4003-B60A-DB7E676E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솔루션 연결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8352A5-1948-4275-B3FC-1C117D9AEC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27d3a88eb2471f">
            <a:extLst>
              <a:ext uri="{96DAC541-7B7A-43D3-8B79-37D633B846F1}">
                <asvg:svgBlip xmlns:asvg="http://schemas.microsoft.com/office/drawing/2016/SVG/main" r:embed="Rc939f0d27bc7497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1A55D895-792B-466D-95AC-BB0679E6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70E97659-0AC0-4495-8EE2-BB1DBCDC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연결 상태 확인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F4266A33-25F1-47A1-91EC-C6844C0A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연결 상태 확인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3AD9F5-AA07-4D19-81B2-9344F5756D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b0ae5ec954c40">
            <a:extLst>
              <a:ext uri="{96DAC541-7B7A-43D3-8B79-37D633B846F1}">
                <asvg:svgBlip xmlns:asvg="http://schemas.microsoft.com/office/drawing/2016/SVG/main" r:embed="R895e3397c83f4b6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257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9BDC4A63-1303-4CE3-8ABE-89DEF76D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76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F01455B1-A68E-444A-A2DD-92AB1032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29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응답과 관측 시각 읽기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F0EEE250-D56C-4627-980F-A2C475CE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38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HTTP · 지연 · UTC 관측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시각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817BDC-87D1-4077-9763-1291A5D651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b9be159784082">
            <a:extLst>
              <a:ext uri="{96DAC541-7B7A-43D3-8B79-37D633B846F1}">
                <asvg:svgBlip xmlns:asvg="http://schemas.microsoft.com/office/drawing/2016/SVG/main" r:embed="R238b50aaad0c41c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5534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EDBD1F31-15A0-4E66-B2DB-9F803C5C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953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F6449552-AA6C-4584-9798-DEE50B68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505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작업공간으로 이동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E4461095-063B-40D5-A582-F737B6AC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150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작업공간 열기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275B8C-F6C7-4939-ABC1-F0C6270614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282cd79e045a1"/>
          <a:srcRect xmlns:a="http://schemas.openxmlformats.org/drawingml/2006/main" l="4709" t="34727" r="4585" b="9646"/>
          <a:stretch xmlns:a="http://schemas.openxmlformats.org/drawingml/2006/main"/>
        </p:blipFill>
        <p:spPr>
          <a:xfrm xmlns:a="http://schemas.openxmlformats.org/drawingml/2006/main">
            <a:off x="4836403" y="2305050"/>
            <a:ext cx="9148594" cy="432435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47D88DFE-D4B1-46A4-9BD3-E0A739FA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B3EA8F-7F56-409A-9089-2F9BEA2BEF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041e9ae48b4a10">
            <a:extLst>
              <a:ext uri="{96DAC541-7B7A-43D3-8B79-37D633B846F1}">
                <asvg:svgBlip xmlns:asvg="http://schemas.microsoft.com/office/drawing/2016/SVG/main" r:embed="R06b2340c99c448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D533795E-0462-4A06-A61E-53758EAD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HTTP 응답은 데이터 전송·운영 승인 증거가 아닙니다. UI 접근과 backend 수집 상태를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따로 확인합니다.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58521A-460A-4949-877B-82016DBDC6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ef26edec04339">
            <a:extLst>
              <a:ext uri="{96DAC541-7B7A-43D3-8B79-37D633B846F1}">
                <asvg:svgBlip xmlns:asvg="http://schemas.microsoft.com/office/drawing/2016/SVG/main" r:embed="Racc3f133fd1c4af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8" name="text-20">
            <a:extLst xmlns:a="http://schemas.openxmlformats.org/drawingml/2006/main">
              <a:ext uri="{FF2B5EF4-FFF2-40B4-BE49-F238E27FC236}">
                <a16:creationId xmlns:a16="http://schemas.microsoft.com/office/drawing/2014/main" id="{CA462024-2E49-4EF2-AA70-5F3E25AC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고정된 loopback 경로를 최대 2초씩 조회합니다.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현재 Gateway·OEE API는 응답 없음입니다.</a:t>
            </a:r>
          </a:p>
        </p:txBody>
      </p:sp>
    </p:spTree>
    <p:extLst>
      <p:ext uri="{BB962C8B-B14F-4D97-AF65-F5344CB8AC3E}">
        <p14:creationId xmlns:p14="http://schemas.microsoft.com/office/powerpoint/2010/main" val="1402295995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">
            <a:extLst xmlns:a="http://schemas.openxmlformats.org/drawingml/2006/main">
              <a:ext uri="{FF2B5EF4-FFF2-40B4-BE49-F238E27FC236}">
                <a16:creationId xmlns:a16="http://schemas.microsoft.com/office/drawing/2014/main" id="{40B91A52-2B62-49CC-B105-670DCD26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문제 해결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D8DFB171-8A0B-4056-AE76-FC5AB972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54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32A59-FA81-4563-A986-5FE600DA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AB5F133-DD8A-4D1C-8AE8-6A58B50D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BBE51C9-0C72-40B3-90D6-3EC0C5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증상별 확인 순서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3AD42D6-A7EE-4105-A2A3-42B8B1E1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1/2  세부 복구와 원복 절차는 솔루션별 Markdown에 있습니다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604E4-1C49-48D6-B37B-342B014309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aec4f9c46475f">
            <a:extLst>
              <a:ext uri="{96DAC541-7B7A-43D3-8B79-37D633B846F1}">
                <asvg:svgBlip xmlns:asvg="http://schemas.microsoft.com/office/drawing/2016/SVG/main" r:embed="Rd40be0a84f5449a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24765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CAF4A6D7-F1F4-47B4-AC20-66E6005F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28875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화면 주소가 열리지 않음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385DEF-A59C-47CC-807F-0633FC1F40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d3358a7524935">
            <a:extLst>
              <a:ext uri="{96DAC541-7B7A-43D3-8B79-37D633B846F1}">
                <asvg:svgBlip xmlns:asvg="http://schemas.microsoft.com/office/drawing/2016/SVG/main" r:embed="R6bc0c70774e742b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48250" y="24765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EA43E6ED-5D20-4548-8FFE-4EDB9EA0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28875"/>
            <a:ext cx="33813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해당 로컬 서비스와 포트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93F40A-7044-4420-AF69-9564EA08E2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26e2169444a71">
            <a:extLst>
              <a:ext uri="{96DAC541-7B7A-43D3-8B79-37D633B846F1}">
                <asvg:svgBlip xmlns:asvg="http://schemas.microsoft.com/office/drawing/2016/SVG/main" r:embed="Rb148b72072dd49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58300" y="24765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8">
            <a:extLst xmlns:a="http://schemas.openxmlformats.org/drawingml/2006/main">
              <a:ext uri="{FF2B5EF4-FFF2-40B4-BE49-F238E27FC236}">
                <a16:creationId xmlns:a16="http://schemas.microsoft.com/office/drawing/2014/main" id="{F669A20D-6A9C-48C4-80D3-266A51A8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28875"/>
            <a:ext cx="48006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실행 명령과 주소를 확인하고 다시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접속합니다.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7D28AE-5229-4E08-9E8A-9A16F85D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1398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97D589-338E-4353-98CD-D30809907D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8e4a59dfb44199">
            <a:extLst>
              <a:ext uri="{96DAC541-7B7A-43D3-8B79-37D633B846F1}">
                <asvg:svgBlip xmlns:asvg="http://schemas.microsoft.com/office/drawing/2016/SVG/main" r:embed="R961065aa1123498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420052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5" name="text-9">
            <a:extLst xmlns:a="http://schemas.openxmlformats.org/drawingml/2006/main">
              <a:ext uri="{FF2B5EF4-FFF2-40B4-BE49-F238E27FC236}">
                <a16:creationId xmlns:a16="http://schemas.microsoft.com/office/drawing/2014/main" id="{0D3DF112-B973-4A02-B4C4-75F8AB92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52900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Gateway 임시 저장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1A7374-EA3A-459F-BFC6-C592AC3EDC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4015905dad4084">
            <a:extLst>
              <a:ext uri="{96DAC541-7B7A-43D3-8B79-37D633B846F1}">
                <asvg:svgBlip xmlns:asvg="http://schemas.microsoft.com/office/drawing/2016/SVG/main" r:embed="R0ff91f9ba033479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48250" y="4200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7" name="text-10">
            <a:extLst xmlns:a="http://schemas.openxmlformats.org/drawingml/2006/main">
              <a:ext uri="{FF2B5EF4-FFF2-40B4-BE49-F238E27FC236}">
                <a16:creationId xmlns:a16="http://schemas.microsoft.com/office/drawing/2014/main" id="{3B344EE7-DE27-480B-8468-95BCC7D5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52900"/>
            <a:ext cx="33813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메모리 모드 배너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EB382C-8CA2-4C20-95AD-6EE9C135EE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be37440a074f9e">
            <a:extLst>
              <a:ext uri="{96DAC541-7B7A-43D3-8B79-37D633B846F1}">
                <asvg:svgBlip xmlns:asvg="http://schemas.microsoft.com/office/drawing/2016/SVG/main" r:embed="R2ef3b01a2ac746a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58300" y="4200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9" name="text-11">
            <a:extLst xmlns:a="http://schemas.openxmlformats.org/drawingml/2006/main">
              <a:ext uri="{FF2B5EF4-FFF2-40B4-BE49-F238E27FC236}">
                <a16:creationId xmlns:a16="http://schemas.microsoft.com/office/drawing/2014/main" id="{E7CD0D6B-0CD5-4CF6-9F68-C14701BF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152900"/>
            <a:ext cx="48006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실습 구성만 사용하며 재시작 유실을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고려합니다.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82B54E-4AFE-4E31-99D9-E1AE15FA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72125"/>
            <a:ext cx="1398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83D3F4-EC57-4481-A389-0D66FDC2B2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6982565b346a7">
            <a:extLst>
              <a:ext uri="{96DAC541-7B7A-43D3-8B79-37D633B846F1}">
                <asvg:svgBlip xmlns:asvg="http://schemas.microsoft.com/office/drawing/2016/SVG/main" r:embed="R4a9457f1f735407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59245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2" name="text-12">
            <a:extLst xmlns:a="http://schemas.openxmlformats.org/drawingml/2006/main">
              <a:ext uri="{FF2B5EF4-FFF2-40B4-BE49-F238E27FC236}">
                <a16:creationId xmlns:a16="http://schemas.microsoft.com/office/drawing/2014/main" id="{31B4653C-931B-4E61-B5E6-60335220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76925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OEE 로그인 API 오류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2FD9C5-6E40-46DE-B57D-DBC74E0FC8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25b0f3da049e6">
            <a:extLst>
              <a:ext uri="{96DAC541-7B7A-43D3-8B79-37D633B846F1}">
                <asvg:svgBlip xmlns:asvg="http://schemas.microsoft.com/office/drawing/2016/SVG/main" r:embed="R21044574b39448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48250" y="59245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4" name="text-13">
            <a:extLst xmlns:a="http://schemas.openxmlformats.org/drawingml/2006/main">
              <a:ext uri="{FF2B5EF4-FFF2-40B4-BE49-F238E27FC236}">
                <a16:creationId xmlns:a16="http://schemas.microsoft.com/office/drawing/2014/main" id="{C0A36717-FA1A-4FC7-9431-0FD663DA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876925"/>
            <a:ext cx="33813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API와 데이터베이스 실행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FF67B1-AB3F-4417-9165-905FC04EF6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802b12b9447a5">
            <a:extLst>
              <a:ext uri="{96DAC541-7B7A-43D3-8B79-37D633B846F1}">
                <asvg:svgBlip xmlns:asvg="http://schemas.microsoft.com/office/drawing/2016/SVG/main" r:embed="R2973d3095f4d405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58300" y="59245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6" name="text-14">
            <a:extLst xmlns:a="http://schemas.openxmlformats.org/drawingml/2006/main">
              <a:ext uri="{FF2B5EF4-FFF2-40B4-BE49-F238E27FC236}">
                <a16:creationId xmlns:a16="http://schemas.microsoft.com/office/drawing/2014/main" id="{B543D550-44DC-4475-BA7E-D066F045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876925"/>
            <a:ext cx="48006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backend 준비 후 다시 시도합니다.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인증을 우회하지 않습니다.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3102F2-85DC-434E-BF72-38715277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96150"/>
            <a:ext cx="1398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</p:spTree>
    <p:extLst>
      <p:ext uri="{BB962C8B-B14F-4D97-AF65-F5344CB8AC3E}">
        <p14:creationId xmlns:p14="http://schemas.microsoft.com/office/powerpoint/2010/main" val="663213253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">
            <a:extLst xmlns:a="http://schemas.openxmlformats.org/drawingml/2006/main">
              <a:ext uri="{FF2B5EF4-FFF2-40B4-BE49-F238E27FC236}">
                <a16:creationId xmlns:a16="http://schemas.microsoft.com/office/drawing/2014/main" id="{28892CEE-7172-47BD-AC25-D1A360AE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문제 해결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EF41CABA-C750-4AC2-8444-44D6F6AB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55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B242E-5612-49CB-8E69-9F33E300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A0E7634-F004-4B10-8736-79C465A4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9A2BCF7-0DB2-43A2-99BF-779ECE13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증상별 확인 순서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7D45FBA-E2BF-418E-BF08-F4914902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2/2  세부 복구와 원복 절차는 솔루션별 Markdown에 있습니다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71180-A817-4DB7-B13D-B9E34FFC6A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58b4876e2141af">
            <a:extLst>
              <a:ext uri="{96DAC541-7B7A-43D3-8B79-37D633B846F1}">
                <asvg:svgBlip xmlns:asvg="http://schemas.microsoft.com/office/drawing/2016/SVG/main" r:embed="Rad77c96b690c4bb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24765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5D3257AF-8F34-4BD8-985E-95735750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28875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데이터 N/A 또는 이벤트 0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BFAE48-8912-4B16-BB9C-11E6D38A8C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bd173fc1aa49b6">
            <a:extLst>
              <a:ext uri="{96DAC541-7B7A-43D3-8B79-37D633B846F1}">
                <asvg:svgBlip xmlns:asvg="http://schemas.microsoft.com/office/drawing/2016/SVG/main" r:embed="Raa60fec6a7ee4aa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48250" y="24765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CD96E17E-1CD4-474D-9DE9-D298387B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28875"/>
            <a:ext cx="33813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Kafka/OEE 연결과 원본 시각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85EF7-5DCF-41D4-BA75-7211DB1EF3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9d0e86a1944c6">
            <a:extLst>
              <a:ext uri="{96DAC541-7B7A-43D3-8B79-37D633B846F1}">
                <asvg:svgBlip xmlns:asvg="http://schemas.microsoft.com/office/drawing/2016/SVG/main" r:embed="Re51f86e05d9d443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58300" y="24765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8">
            <a:extLst xmlns:a="http://schemas.openxmlformats.org/drawingml/2006/main">
              <a:ext uri="{FF2B5EF4-FFF2-40B4-BE49-F238E27FC236}">
                <a16:creationId xmlns:a16="http://schemas.microsoft.com/office/drawing/2014/main" id="{81115610-39B7-4C9C-B05D-B57F3898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28875"/>
            <a:ext cx="48006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미수신 상태를 0%나 정상 생산으로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해석하지 않습니다.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8817D4-D8D5-4EF3-B83A-5DC6E795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1398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28CB17-083D-4FA2-95D8-B65C8C8649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308e6a9114188">
            <a:extLst>
              <a:ext uri="{96DAC541-7B7A-43D3-8B79-37D633B846F1}">
                <asvg:svgBlip xmlns:asvg="http://schemas.microsoft.com/office/drawing/2016/SVG/main" r:embed="R6a06928c138747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420052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5" name="text-9">
            <a:extLst xmlns:a="http://schemas.openxmlformats.org/drawingml/2006/main">
              <a:ext uri="{FF2B5EF4-FFF2-40B4-BE49-F238E27FC236}">
                <a16:creationId xmlns:a16="http://schemas.microsoft.com/office/drawing/2014/main" id="{BFE8B2D3-3C29-429E-B6FF-F2C3F24C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52900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Assistant 소스 확인 불가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340A17-A54F-4C8D-9BB0-BCABA772BC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9347e9257740bd">
            <a:extLst>
              <a:ext uri="{96DAC541-7B7A-43D3-8B79-37D633B846F1}">
                <asvg:svgBlip xmlns:asvg="http://schemas.microsoft.com/office/drawing/2016/SVG/main" r:embed="Ree8738c862664c6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48250" y="4200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7" name="text-10">
            <a:extLst xmlns:a="http://schemas.openxmlformats.org/drawingml/2006/main">
              <a:ext uri="{FF2B5EF4-FFF2-40B4-BE49-F238E27FC236}">
                <a16:creationId xmlns:a16="http://schemas.microsoft.com/office/drawing/2014/main" id="{61383B12-2DDB-413D-B1C1-8C735C00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52900"/>
            <a:ext cx="33813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선택 자산, 매핑과 PLC HTTP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8BC409-ECE4-4BB1-8F40-1F6C9CE863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345b9275194a63">
            <a:extLst>
              <a:ext uri="{96DAC541-7B7A-43D3-8B79-37D633B846F1}">
                <asvg:svgBlip xmlns:asvg="http://schemas.microsoft.com/office/drawing/2016/SVG/main" r:embed="R3a6fa6fd58e64e2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58300" y="4200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9" name="text-11">
            <a:extLst xmlns:a="http://schemas.openxmlformats.org/drawingml/2006/main">
              <a:ext uri="{FF2B5EF4-FFF2-40B4-BE49-F238E27FC236}">
                <a16:creationId xmlns:a16="http://schemas.microsoft.com/office/drawing/2014/main" id="{C150C122-33D5-484A-962A-07B8AB50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152900"/>
            <a:ext cx="48006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원본 연결을 복구하고 재조회합니다.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DC2B43-9657-4672-8777-7F52A372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72125"/>
            <a:ext cx="1398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D01E83-6E52-492F-9DA2-27FB5D896A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cf24a37154fbd">
            <a:extLst>
              <a:ext uri="{96DAC541-7B7A-43D3-8B79-37D633B846F1}">
                <asvg:svgBlip xmlns:asvg="http://schemas.microsoft.com/office/drawing/2016/SVG/main" r:embed="R20a45e6e1af844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59245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2" name="text-12">
            <a:extLst xmlns:a="http://schemas.openxmlformats.org/drawingml/2006/main">
              <a:ext uri="{FF2B5EF4-FFF2-40B4-BE49-F238E27FC236}">
                <a16:creationId xmlns:a16="http://schemas.microsoft.com/office/drawing/2014/main" id="{3BF75A8A-1666-47D0-92FD-A8D8F890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76925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AssetHub 412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4849A2-0D0C-4260-B177-8FB6F3B220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253ff4334406b">
            <a:extLst>
              <a:ext uri="{96DAC541-7B7A-43D3-8B79-37D633B846F1}">
                <asvg:svgBlip xmlns:asvg="http://schemas.microsoft.com/office/drawing/2016/SVG/main" r:embed="Rb689f60444e34cd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48250" y="59245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4" name="text-13">
            <a:extLst xmlns:a="http://schemas.openxmlformats.org/drawingml/2006/main">
              <a:ext uri="{FF2B5EF4-FFF2-40B4-BE49-F238E27FC236}">
                <a16:creationId xmlns:a16="http://schemas.microsoft.com/office/drawing/2014/main" id="{208270B0-9BDD-497D-88D8-6ACC8937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876925"/>
            <a:ext cx="33813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편집 버전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5BACAC-43FD-495A-A81A-4340F82C95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5bce22a774e4b">
            <a:extLst>
              <a:ext uri="{96DAC541-7B7A-43D3-8B79-37D633B846F1}">
                <asvg:svgBlip xmlns:asvg="http://schemas.microsoft.com/office/drawing/2016/SVG/main" r:embed="R8d803e37222d4e0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58300" y="59245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6" name="text-14">
            <a:extLst xmlns:a="http://schemas.openxmlformats.org/drawingml/2006/main">
              <a:ext uri="{FF2B5EF4-FFF2-40B4-BE49-F238E27FC236}">
                <a16:creationId xmlns:a16="http://schemas.microsoft.com/office/drawing/2014/main" id="{9933B1E9-A57E-4268-A684-66344D91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876925"/>
            <a:ext cx="48006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최신 초안을 읽고 이전 입력과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비교합니다.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3BE97B-B52E-45A0-B3E0-FAE45960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96150"/>
            <a:ext cx="1398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</p:spTree>
    <p:extLst>
      <p:ext uri="{BB962C8B-B14F-4D97-AF65-F5344CB8AC3E}">
        <p14:creationId xmlns:p14="http://schemas.microsoft.com/office/powerpoint/2010/main" val="378631108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">
            <a:extLst xmlns:a="http://schemas.openxmlformats.org/drawingml/2006/main">
              <a:ext uri="{FF2B5EF4-FFF2-40B4-BE49-F238E27FC236}">
                <a16:creationId xmlns:a16="http://schemas.microsoft.com/office/drawing/2014/main" id="{41F737BB-AC50-4ACA-BAC8-23CEF50B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원본과 실습 자료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60F8AA4D-53D8-4192-A6F7-F982C3C0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56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31195-9BF9-4E3C-8209-6B77B34C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C6F21A4-97D3-4E4F-B7B2-1E5A04CC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산업 솔루션 통합 사용 매뉴얼  2026.10.24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E8521C2-37C2-464C-A034-A5AA301E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상세 절차와 실습 파일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07B8E7C-214F-4F9A-A267-9B9687B0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화면에는 조작의 핵심을, Markdown과 발표자 노트에는 전체 절차를 담았습니다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ED520-CDC8-4FEF-808D-8548D8B707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43cda3ff74fa7">
            <a:extLst>
              <a:ext uri="{96DAC541-7B7A-43D3-8B79-37D633B846F1}">
                <asvg:svgBlip xmlns:asvg="http://schemas.microsoft.com/office/drawing/2016/SVG/main" r:embed="R737c0df983d649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66700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9BCD183B-8110-4DEC-B118-3B4FBCB2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628900"/>
            <a:ext cx="1143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솔루션별 Markdown 7개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E5464AA5-88DF-4DDF-86EA-AAE34065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276600"/>
            <a:ext cx="1143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시작 조건, 전체 단계, 기대 결과와 문제 해결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4C6D55-5974-4EA2-A638-2BE1E700CF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df1454a1794a76">
            <a:extLst>
              <a:ext uri="{96DAC541-7B7A-43D3-8B79-37D633B846F1}">
                <asvg:svgBlip xmlns:asvg="http://schemas.microsoft.com/office/drawing/2016/SVG/main" r:embed="R3953fa810b014c1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21005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11" name="text-8">
            <a:extLst xmlns:a="http://schemas.openxmlformats.org/drawingml/2006/main">
              <a:ext uri="{FF2B5EF4-FFF2-40B4-BE49-F238E27FC236}">
                <a16:creationId xmlns:a16="http://schemas.microsoft.com/office/drawing/2014/main" id="{088162F8-7EB1-4783-9502-CFE52EE8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171950"/>
            <a:ext cx="1143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교육용 CSV</a:t>
            </a:r>
          </a:p>
        </p:txBody>
      </p:sp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5DDA1F9D-3985-41FD-B382-7AA33797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819650"/>
            <a:ext cx="1143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manual-process.csv  /  실제 설비 데이터 아님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40219E-A8AB-41DC-820A-3215848E1C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35b4595a534ebc">
            <a:extLst>
              <a:ext uri="{96DAC541-7B7A-43D3-8B79-37D633B846F1}">
                <asvg:svgBlip xmlns:asvg="http://schemas.microsoft.com/office/drawing/2016/SVG/main" r:embed="Ra9d09136d8d54c9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575310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14" name="text-10">
            <a:extLst xmlns:a="http://schemas.openxmlformats.org/drawingml/2006/main">
              <a:ext uri="{FF2B5EF4-FFF2-40B4-BE49-F238E27FC236}">
                <a16:creationId xmlns:a16="http://schemas.microsoft.com/office/drawing/2014/main" id="{1C59162D-2E0E-45F7-958F-B0DB509F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715000"/>
            <a:ext cx="1143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실제 캡처 38장</a:t>
            </a:r>
          </a:p>
        </p:txBody>
      </p:sp>
      <p:sp>
        <p:nvSpPr>
          <p:cNvPr id="15" name="text-11">
            <a:extLst xmlns:a="http://schemas.openxmlformats.org/drawingml/2006/main">
              <a:ext uri="{FF2B5EF4-FFF2-40B4-BE49-F238E27FC236}">
                <a16:creationId xmlns:a16="http://schemas.microsoft.com/office/drawing/2014/main" id="{65A2D676-ACAE-4A97-B2B2-383B00DB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6362700"/>
            <a:ext cx="1143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assets/screenshots  /  캡처 시각과 근거 보존</a:t>
            </a:r>
          </a:p>
        </p:txBody>
      </p:sp>
    </p:spTree>
    <p:extLst>
      <p:ext uri="{BB962C8B-B14F-4D97-AF65-F5344CB8AC3E}">
        <p14:creationId xmlns:p14="http://schemas.microsoft.com/office/powerpoint/2010/main" val="833414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2026-10-24T02:40:07.4580000Z</dcterms:created>
  <dcterms:modified xsi:type="dcterms:W3CDTF">2026-10-24T02:40:07.4580000Z</dcterms:modified>
</coreProperties>
</file>